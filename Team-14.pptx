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54" r:id="rId4"/>
  </p:sldMasterIdLst>
  <p:notesMasterIdLst>
    <p:notesMasterId r:id="rId12"/>
  </p:notesMasterIdLst>
  <p:handoutMasterIdLst>
    <p:handoutMasterId r:id="rId13"/>
  </p:handoutMasterIdLst>
  <p:sldIdLst>
    <p:sldId id="261" r:id="rId5"/>
    <p:sldId id="273" r:id="rId6"/>
    <p:sldId id="286" r:id="rId7"/>
    <p:sldId id="280" r:id="rId8"/>
    <p:sldId id="300" r:id="rId9"/>
    <p:sldId id="306" r:id="rId10"/>
    <p:sldId id="31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EEE"/>
    <a:srgbClr val="87175F"/>
    <a:srgbClr val="EEC621"/>
    <a:srgbClr val="E58C09"/>
    <a:srgbClr val="43467B"/>
    <a:srgbClr val="AEA422"/>
    <a:srgbClr val="F69E1D"/>
    <a:srgbClr val="E19E6B"/>
    <a:srgbClr val="75503A"/>
    <a:srgbClr val="DDB6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5" autoAdjust="0"/>
    <p:restoredTop sz="95034" autoAdjust="0"/>
  </p:normalViewPr>
  <p:slideViewPr>
    <p:cSldViewPr>
      <p:cViewPr varScale="1">
        <p:scale>
          <a:sx n="74" d="100"/>
          <a:sy n="74" d="100"/>
        </p:scale>
        <p:origin x="101" y="312"/>
      </p:cViewPr>
      <p:guideLst/>
    </p:cSldViewPr>
  </p:slideViewPr>
  <p:outlineViewPr>
    <p:cViewPr>
      <p:scale>
        <a:sx n="33" d="100"/>
        <a:sy n="33" d="100"/>
      </p:scale>
      <p:origin x="0" y="-2082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60" d="100"/>
          <a:sy n="60" d="100"/>
        </p:scale>
        <p:origin x="3187" y="3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464472-DAE5-4012-9A5A-CB432293B4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Tw Cen MT" panose="020B0602020104020603" pitchFamily="34" charset="0"/>
            </a:endParaRPr>
          </a:p>
        </p:txBody>
      </p:sp>
      <p:sp>
        <p:nvSpPr>
          <p:cNvPr id="3" name="Date Placeholder 2">
            <a:extLst>
              <a:ext uri="{FF2B5EF4-FFF2-40B4-BE49-F238E27FC236}">
                <a16:creationId xmlns:a16="http://schemas.microsoft.com/office/drawing/2014/main" id="{0586DB41-0314-4E22-8F5A-547FA67B06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233E32-5603-440A-ACDD-7442C88C5FED}" type="datetimeFigureOut">
              <a:rPr lang="en-US" smtClean="0">
                <a:latin typeface="Tw Cen MT" panose="020B0602020104020603" pitchFamily="34" charset="0"/>
              </a:rPr>
              <a:t>9/23/2025</a:t>
            </a:fld>
            <a:endParaRPr lang="en-US" dirty="0">
              <a:latin typeface="Tw Cen MT" panose="020B0602020104020603" pitchFamily="34" charset="0"/>
            </a:endParaRPr>
          </a:p>
        </p:txBody>
      </p:sp>
      <p:sp>
        <p:nvSpPr>
          <p:cNvPr id="4" name="Footer Placeholder 3">
            <a:extLst>
              <a:ext uri="{FF2B5EF4-FFF2-40B4-BE49-F238E27FC236}">
                <a16:creationId xmlns:a16="http://schemas.microsoft.com/office/drawing/2014/main" id="{D563188E-D235-4A3B-823C-E0E10F336C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Tw Cen MT" panose="020B0602020104020603" pitchFamily="34" charset="0"/>
            </a:endParaRPr>
          </a:p>
        </p:txBody>
      </p:sp>
      <p:sp>
        <p:nvSpPr>
          <p:cNvPr id="5" name="Slide Number Placeholder 4">
            <a:extLst>
              <a:ext uri="{FF2B5EF4-FFF2-40B4-BE49-F238E27FC236}">
                <a16:creationId xmlns:a16="http://schemas.microsoft.com/office/drawing/2014/main" id="{04D3A68C-A1CC-4704-8503-01E13B0AED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BB1589-0F8A-400D-AEF4-57688446A2F5}" type="slidenum">
              <a:rPr lang="en-US" smtClean="0">
                <a:latin typeface="Tw Cen MT" panose="020B0602020104020603" pitchFamily="34" charset="0"/>
              </a:rPr>
              <a:t>‹#›</a:t>
            </a:fld>
            <a:endParaRPr lang="en-US" dirty="0">
              <a:latin typeface="Tw Cen MT" panose="020B0602020104020603" pitchFamily="34" charset="0"/>
            </a:endParaRPr>
          </a:p>
        </p:txBody>
      </p:sp>
    </p:spTree>
    <p:extLst>
      <p:ext uri="{BB962C8B-B14F-4D97-AF65-F5344CB8AC3E}">
        <p14:creationId xmlns:p14="http://schemas.microsoft.com/office/powerpoint/2010/main" val="28219105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w Cen MT" panose="020B0602020104020603" pitchFamily="34" charset="0"/>
              </a:defRPr>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w Cen MT" panose="020B0602020104020603" pitchFamily="34" charset="0"/>
              </a:defRPr>
            </a:lvl1pPr>
          </a:lstStyle>
          <a:p>
            <a:fld id="{AF4A386A-BFE4-4655-9801-CBB04655F27A}" type="datetimeFigureOut">
              <a:rPr lang="en-US" noProof="0" smtClean="0"/>
              <a:pPr/>
              <a:t>9/23/2025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w Cen MT" panose="020B0602020104020603" pitchFamily="34" charset="0"/>
              </a:defRPr>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w Cen MT" panose="020B0602020104020603" pitchFamily="34" charset="0"/>
              </a:defRPr>
            </a:lvl1pPr>
          </a:lstStyle>
          <a:p>
            <a:fld id="{DAE5FABD-26C8-4F74-B1E3-45BC91BC9D7B}" type="slidenum">
              <a:rPr lang="en-US" noProof="0" smtClean="0"/>
              <a:pPr/>
              <a:t>‹#›</a:t>
            </a:fld>
            <a:endParaRPr lang="en-US" noProof="0" dirty="0"/>
          </a:p>
        </p:txBody>
      </p:sp>
    </p:spTree>
    <p:extLst>
      <p:ext uri="{BB962C8B-B14F-4D97-AF65-F5344CB8AC3E}">
        <p14:creationId xmlns:p14="http://schemas.microsoft.com/office/powerpoint/2010/main" val="2507753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w Cen MT" panose="020B0602020104020603" pitchFamily="34" charset="0"/>
        <a:ea typeface="+mn-ea"/>
        <a:cs typeface="+mn-cs"/>
      </a:defRPr>
    </a:lvl1pPr>
    <a:lvl2pPr marL="457200" algn="l" defTabSz="914400" rtl="0" eaLnBrk="1" latinLnBrk="0" hangingPunct="1">
      <a:defRPr sz="1200" kern="1200">
        <a:solidFill>
          <a:schemeClr val="tx1"/>
        </a:solidFill>
        <a:latin typeface="Tw Cen MT" panose="020B0602020104020603" pitchFamily="34" charset="0"/>
        <a:ea typeface="+mn-ea"/>
        <a:cs typeface="+mn-cs"/>
      </a:defRPr>
    </a:lvl2pPr>
    <a:lvl3pPr marL="914400" algn="l" defTabSz="914400" rtl="0" eaLnBrk="1" latinLnBrk="0" hangingPunct="1">
      <a:defRPr sz="1200" kern="1200">
        <a:solidFill>
          <a:schemeClr val="tx1"/>
        </a:solidFill>
        <a:latin typeface="Tw Cen MT" panose="020B0602020104020603" pitchFamily="34" charset="0"/>
        <a:ea typeface="+mn-ea"/>
        <a:cs typeface="+mn-cs"/>
      </a:defRPr>
    </a:lvl3pPr>
    <a:lvl4pPr marL="1371600" algn="l" defTabSz="914400" rtl="0" eaLnBrk="1" latinLnBrk="0" hangingPunct="1">
      <a:defRPr sz="1200" kern="1200">
        <a:solidFill>
          <a:schemeClr val="tx1"/>
        </a:solidFill>
        <a:latin typeface="Tw Cen MT" panose="020B0602020104020603" pitchFamily="34" charset="0"/>
        <a:ea typeface="+mn-ea"/>
        <a:cs typeface="+mn-cs"/>
      </a:defRPr>
    </a:lvl4pPr>
    <a:lvl5pPr marL="1828800" algn="l" defTabSz="914400" rtl="0" eaLnBrk="1" latinLnBrk="0" hangingPunct="1">
      <a:defRPr sz="1200" kern="1200">
        <a:solidFill>
          <a:schemeClr val="tx1"/>
        </a:solidFill>
        <a:latin typeface="Tw Cen MT" panose="020B06020201040206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1</a:t>
            </a:fld>
            <a:endParaRPr lang="en-US" noProof="0" dirty="0"/>
          </a:p>
        </p:txBody>
      </p:sp>
    </p:spTree>
    <p:extLst>
      <p:ext uri="{BB962C8B-B14F-4D97-AF65-F5344CB8AC3E}">
        <p14:creationId xmlns:p14="http://schemas.microsoft.com/office/powerpoint/2010/main" val="3147987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2</a:t>
            </a:fld>
            <a:endParaRPr lang="en-US" noProof="0" dirty="0"/>
          </a:p>
        </p:txBody>
      </p:sp>
    </p:spTree>
    <p:extLst>
      <p:ext uri="{BB962C8B-B14F-4D97-AF65-F5344CB8AC3E}">
        <p14:creationId xmlns:p14="http://schemas.microsoft.com/office/powerpoint/2010/main" val="744910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3</a:t>
            </a:fld>
            <a:endParaRPr lang="en-US" noProof="0" dirty="0"/>
          </a:p>
        </p:txBody>
      </p:sp>
    </p:spTree>
    <p:extLst>
      <p:ext uri="{BB962C8B-B14F-4D97-AF65-F5344CB8AC3E}">
        <p14:creationId xmlns:p14="http://schemas.microsoft.com/office/powerpoint/2010/main" val="1935294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4</a:t>
            </a:fld>
            <a:endParaRPr lang="en-US" noProof="0" dirty="0"/>
          </a:p>
        </p:txBody>
      </p:sp>
    </p:spTree>
    <p:extLst>
      <p:ext uri="{BB962C8B-B14F-4D97-AF65-F5344CB8AC3E}">
        <p14:creationId xmlns:p14="http://schemas.microsoft.com/office/powerpoint/2010/main" val="3524746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5</a:t>
            </a:fld>
            <a:endParaRPr lang="en-US" noProof="0" dirty="0"/>
          </a:p>
        </p:txBody>
      </p:sp>
    </p:spTree>
    <p:extLst>
      <p:ext uri="{BB962C8B-B14F-4D97-AF65-F5344CB8AC3E}">
        <p14:creationId xmlns:p14="http://schemas.microsoft.com/office/powerpoint/2010/main" val="2900598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6</a:t>
            </a:fld>
            <a:endParaRPr lang="en-US" noProof="0" dirty="0"/>
          </a:p>
        </p:txBody>
      </p:sp>
    </p:spTree>
    <p:extLst>
      <p:ext uri="{BB962C8B-B14F-4D97-AF65-F5344CB8AC3E}">
        <p14:creationId xmlns:p14="http://schemas.microsoft.com/office/powerpoint/2010/main" val="3782231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7</a:t>
            </a:fld>
            <a:endParaRPr lang="en-US" noProof="0" dirty="0"/>
          </a:p>
        </p:txBody>
      </p:sp>
    </p:spTree>
    <p:extLst>
      <p:ext uri="{BB962C8B-B14F-4D97-AF65-F5344CB8AC3E}">
        <p14:creationId xmlns:p14="http://schemas.microsoft.com/office/powerpoint/2010/main" val="1273297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Click to edit Master title style</a:t>
            </a:r>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2625404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Click to edit Master title style</a:t>
            </a:r>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39208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50D09E5B-B146-4D08-82EC-846DD89B0B87}"/>
              </a:ext>
              <a:ext uri="{C183D7F6-B498-43B3-948B-1728B52AA6E4}">
                <adec:decorative xmlns:adec="http://schemas.microsoft.com/office/drawing/2017/decorative" val="1"/>
              </a:ext>
            </a:extLst>
          </p:cNvPr>
          <p:cNvSpPr>
            <a:spLocks noGrp="1"/>
          </p:cNvSpPr>
          <p:nvPr>
            <p:ph type="body" sz="quarter" idx="16" hasCustomPrompt="1"/>
          </p:nvPr>
        </p:nvSpPr>
        <p:spPr>
          <a:xfrm>
            <a:off x="660462" y="0"/>
            <a:ext cx="9931338" cy="6823040"/>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2" name="Text Placeholder 16">
            <a:extLst>
              <a:ext uri="{FF2B5EF4-FFF2-40B4-BE49-F238E27FC236}">
                <a16:creationId xmlns:a16="http://schemas.microsoft.com/office/drawing/2014/main" id="{88940597-2E9A-4141-B2D0-C488487F11D7}"/>
              </a:ext>
              <a:ext uri="{C183D7F6-B498-43B3-948B-1728B52AA6E4}">
                <adec:decorative xmlns:adec="http://schemas.microsoft.com/office/drawing/2017/decorative" val="1"/>
              </a:ext>
            </a:extLst>
          </p:cNvPr>
          <p:cNvSpPr>
            <a:spLocks noGrp="1"/>
          </p:cNvSpPr>
          <p:nvPr>
            <p:ph type="body" sz="quarter" idx="17" hasCustomPrompt="1"/>
          </p:nvPr>
        </p:nvSpPr>
        <p:spPr>
          <a:xfrm>
            <a:off x="533400" y="0"/>
            <a:ext cx="50863"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990600" y="609600"/>
            <a:ext cx="7429500" cy="56388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95400" y="1905000"/>
            <a:ext cx="5864382" cy="22752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295400" y="4297679"/>
            <a:ext cx="407258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13" name="Text Placeholder 16">
            <a:extLst>
              <a:ext uri="{FF2B5EF4-FFF2-40B4-BE49-F238E27FC236}">
                <a16:creationId xmlns:a16="http://schemas.microsoft.com/office/drawing/2014/main" id="{EA44EEDB-C599-41AA-9D84-D53811C28804}"/>
              </a:ext>
              <a:ext uri="{C183D7F6-B498-43B3-948B-1728B52AA6E4}">
                <adec:decorative xmlns:adec="http://schemas.microsoft.com/office/drawing/2017/decorative" val="1"/>
              </a:ext>
            </a:extLst>
          </p:cNvPr>
          <p:cNvSpPr>
            <a:spLocks noGrp="1"/>
          </p:cNvSpPr>
          <p:nvPr>
            <p:ph type="body" sz="quarter" idx="18" hasCustomPrompt="1"/>
          </p:nvPr>
        </p:nvSpPr>
        <p:spPr>
          <a:xfrm>
            <a:off x="450896"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4" name="Text Placeholder 16">
            <a:extLst>
              <a:ext uri="{FF2B5EF4-FFF2-40B4-BE49-F238E27FC236}">
                <a16:creationId xmlns:a16="http://schemas.microsoft.com/office/drawing/2014/main" id="{FE574478-76DE-4613-8FBD-36B353081849}"/>
              </a:ext>
              <a:ext uri="{C183D7F6-B498-43B3-948B-1728B52AA6E4}">
                <adec:decorative xmlns:adec="http://schemas.microsoft.com/office/drawing/2017/decorative" val="1"/>
              </a:ext>
            </a:extLst>
          </p:cNvPr>
          <p:cNvSpPr>
            <a:spLocks noGrp="1"/>
          </p:cNvSpPr>
          <p:nvPr>
            <p:ph type="body" sz="quarter" idx="19" hasCustomPrompt="1"/>
          </p:nvPr>
        </p:nvSpPr>
        <p:spPr>
          <a:xfrm>
            <a:off x="368391"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Tree>
    <p:extLst>
      <p:ext uri="{BB962C8B-B14F-4D97-AF65-F5344CB8AC3E}">
        <p14:creationId xmlns:p14="http://schemas.microsoft.com/office/powerpoint/2010/main" val="3695653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Title Slide_DeepYellow">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Tree>
    <p:extLst>
      <p:ext uri="{BB962C8B-B14F-4D97-AF65-F5344CB8AC3E}">
        <p14:creationId xmlns:p14="http://schemas.microsoft.com/office/powerpoint/2010/main" val="3766431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5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Tree>
    <p:extLst>
      <p:ext uri="{BB962C8B-B14F-4D97-AF65-F5344CB8AC3E}">
        <p14:creationId xmlns:p14="http://schemas.microsoft.com/office/powerpoint/2010/main" val="305320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933450" y="762000"/>
            <a:ext cx="4381500" cy="3429000"/>
          </a:xfrm>
        </p:spPr>
        <p:txBody>
          <a:bodyPr anchor="ctr">
            <a:normAutofit/>
          </a:bodyPr>
          <a:lstStyle>
            <a:lvl1pPr algn="ct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933450" y="4343400"/>
            <a:ext cx="4381500" cy="1355732"/>
          </a:xfrm>
        </p:spPr>
        <p:txBody>
          <a:bodyPr lIns="91440" rIns="91440" anchor="t">
            <a:normAutofit/>
          </a:bodyPr>
          <a:lstStyle>
            <a:lvl1pPr marL="0" indent="0" algn="ctr">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04992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1447800"/>
            <a:ext cx="4114800" cy="3962400"/>
          </a:xfrm>
        </p:spPr>
        <p:txBody>
          <a:bodyPr anchor="ctr">
            <a:normAutofit/>
          </a:bodyPr>
          <a:lstStyle>
            <a:lvl1pPr algn="ct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495801"/>
            <a:ext cx="4876800" cy="609600"/>
          </a:xfrm>
        </p:spPr>
        <p:txBody>
          <a:bodyPr lIns="91440" rIns="91440" anchor="ctr">
            <a:normAutofit/>
          </a:bodyPr>
          <a:lstStyle>
            <a:lvl1pPr marL="0" indent="0" algn="l">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601318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1447800"/>
          </a:xfrm>
        </p:spPr>
        <p:txBody>
          <a:bodyPr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14" name="Slide Number Placeholder 5">
            <a:extLst>
              <a:ext uri="{FF2B5EF4-FFF2-40B4-BE49-F238E27FC236}">
                <a16:creationId xmlns:a16="http://schemas.microsoft.com/office/drawing/2014/main" id="{0621E917-505B-493E-99EE-2E57CB3327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7924664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72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Emphasis-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 y="1676400"/>
            <a:ext cx="10837333" cy="424732"/>
          </a:xfrm>
          <a:solidFill>
            <a:schemeClr val="accent1"/>
          </a:solidFill>
        </p:spPr>
        <p:txBody>
          <a:bodyPr wrap="square" lIns="640080" rIns="91440">
            <a:spAutoFit/>
          </a:bodyPr>
          <a:lstStyle>
            <a:lvl1pPr marL="0" indent="0">
              <a:buNone/>
              <a:defRPr sz="2400" b="0">
                <a:solidFill>
                  <a:schemeClr val="bg1"/>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08E95652-9528-4150-8049-C40C3BB1BB08}"/>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3059476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21552918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69542597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_sea gree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71488657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149718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_Pink">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323754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_Light 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1176658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_Gre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8536208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_Blue_Triangle patch 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05BCA9F-FC20-461D-9118-7EC2AC28D050}"/>
              </a:ext>
              <a:ext uri="{C183D7F6-B498-43B3-948B-1728B52AA6E4}">
                <adec:decorative xmlns:adec="http://schemas.microsoft.com/office/drawing/2017/decorative" val="1"/>
              </a:ext>
            </a:extLst>
          </p:cNvPr>
          <p:cNvSpPr/>
          <p:nvPr userDrawn="1"/>
        </p:nvSpPr>
        <p:spPr>
          <a:xfrm>
            <a:off x="3175958" y="0"/>
            <a:ext cx="9016043" cy="6858000"/>
          </a:xfrm>
          <a:custGeom>
            <a:avLst/>
            <a:gdLst>
              <a:gd name="connsiteX0" fmla="*/ 5153328 w 9016043"/>
              <a:gd name="connsiteY0" fmla="*/ 0 h 6858000"/>
              <a:gd name="connsiteX1" fmla="*/ 9016043 w 9016043"/>
              <a:gd name="connsiteY1" fmla="*/ 0 h 6858000"/>
              <a:gd name="connsiteX2" fmla="*/ 9016043 w 9016043"/>
              <a:gd name="connsiteY2" fmla="*/ 6858000 h 6858000"/>
              <a:gd name="connsiteX3" fmla="*/ 0 w 9016043"/>
              <a:gd name="connsiteY3" fmla="*/ 6858000 h 6858000"/>
              <a:gd name="connsiteX4" fmla="*/ 5153328 w 9016043"/>
              <a:gd name="connsiteY4" fmla="*/ 6818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043" h="6858000">
                <a:moveTo>
                  <a:pt x="5153328" y="0"/>
                </a:moveTo>
                <a:lnTo>
                  <a:pt x="9016043" y="0"/>
                </a:lnTo>
                <a:lnTo>
                  <a:pt x="9016043" y="6858000"/>
                </a:lnTo>
                <a:lnTo>
                  <a:pt x="0" y="6858000"/>
                </a:lnTo>
                <a:lnTo>
                  <a:pt x="5153328" y="68183"/>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70409251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Content and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8F869F17-9BF3-4974-956D-0CBCD60BA35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14213777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A654DBB0-1027-4E5D-B635-00F2F173A24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433771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whit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334001" y="112976"/>
            <a:ext cx="6858000" cy="6745024"/>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Text Placeholder 16">
            <a:extLst>
              <a:ext uri="{FF2B5EF4-FFF2-40B4-BE49-F238E27FC236}">
                <a16:creationId xmlns:a16="http://schemas.microsoft.com/office/drawing/2014/main" id="{E59725C5-1168-4A5F-B420-8E0562019687}"/>
              </a:ext>
            </a:extLst>
          </p:cNvPr>
          <p:cNvSpPr>
            <a:spLocks noGrp="1"/>
          </p:cNvSpPr>
          <p:nvPr>
            <p:ph type="body" sz="quarter" idx="19" hasCustomPrompt="1"/>
          </p:nvPr>
        </p:nvSpPr>
        <p:spPr>
          <a:xfrm rot="5400000">
            <a:off x="5238089" y="208890"/>
            <a:ext cx="6745024" cy="6553200"/>
          </a:xfrm>
          <a:gradFill flip="none" rotWithShape="1">
            <a:gsLst>
              <a:gs pos="0">
                <a:schemeClr val="bg1"/>
              </a:gs>
              <a:gs pos="82000">
                <a:schemeClr val="bg1">
                  <a:alpha val="0"/>
                </a:schemeClr>
              </a:gs>
            </a:gsLst>
            <a:lin ang="16200000" scaled="1"/>
            <a:tileRect/>
          </a:gradFill>
          <a:effectLst/>
        </p:spPr>
        <p:txBody>
          <a:bodyPr/>
          <a:lstStyle>
            <a:lvl1pPr marL="0" indent="0">
              <a:buNone/>
              <a:defRPr>
                <a:solidFill>
                  <a:schemeClr val="tx1">
                    <a:alpha val="0"/>
                  </a:schemeClr>
                </a:solidFill>
              </a:defRPr>
            </a:lvl1pPr>
          </a:lstStyle>
          <a:p>
            <a:pPr lvl="0"/>
            <a:r>
              <a:rPr lang="en-US" noProof="0"/>
              <a:t>I</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6" name="Slide Number Placeholder 5">
            <a:extLst>
              <a:ext uri="{FF2B5EF4-FFF2-40B4-BE49-F238E27FC236}">
                <a16:creationId xmlns:a16="http://schemas.microsoft.com/office/drawing/2014/main" id="{7532AFA8-ADE4-4C3E-AF0A-235C724999F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7477211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guide id="3" pos="43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ontent and half horizontal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11094718" cy="1757126"/>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709677"/>
            <a:ext cx="11094717" cy="1500876"/>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4232B29A-2701-4A73-83CF-09E0AB1B2DD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9464107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Content and half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5775959" cy="3543552"/>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6553200" y="2667001"/>
            <a:ext cx="5090157" cy="3543552"/>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6A52166E-5DA9-4AA1-9355-E8DBFDD90AE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9640959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alf Image Title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617492"/>
            <a:ext cx="9890759"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Slide Number Placeholder 5">
            <a:extLst>
              <a:ext uri="{FF2B5EF4-FFF2-40B4-BE49-F238E27FC236}">
                <a16:creationId xmlns:a16="http://schemas.microsoft.com/office/drawing/2014/main" id="{E9FF8476-DF8C-4276-8CF6-44BC91B88C2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27005339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11099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p:nvPr>
        </p:nvSpPr>
        <p:spPr>
          <a:xfrm>
            <a:off x="6446520"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Slide Number Placeholder 5">
            <a:extLst>
              <a:ext uri="{FF2B5EF4-FFF2-40B4-BE49-F238E27FC236}">
                <a16:creationId xmlns:a16="http://schemas.microsoft.com/office/drawing/2014/main" id="{FC5AD12C-F7F6-431D-ABA4-F7E37CACEA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4900304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1721698" y="3735622"/>
            <a:ext cx="5013960" cy="2408917"/>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Text Placeholder 16">
            <a:extLst>
              <a:ext uri="{FF2B5EF4-FFF2-40B4-BE49-F238E27FC236}">
                <a16:creationId xmlns:a16="http://schemas.microsoft.com/office/drawing/2014/main" id="{38376498-C218-4EDB-8416-A59802EF2018}"/>
              </a:ext>
              <a:ext uri="{C183D7F6-B498-43B3-948B-1728B52AA6E4}">
                <adec:decorative xmlns:adec="http://schemas.microsoft.com/office/drawing/2017/decorative" val="1"/>
              </a:ext>
            </a:extLst>
          </p:cNvPr>
          <p:cNvSpPr>
            <a:spLocks noGrp="1"/>
          </p:cNvSpPr>
          <p:nvPr>
            <p:ph type="body" sz="quarter" idx="20" hasCustomPrompt="1"/>
          </p:nvPr>
        </p:nvSpPr>
        <p:spPr>
          <a:xfrm>
            <a:off x="7239000" y="1981199"/>
            <a:ext cx="4389542" cy="4163339"/>
          </a:xfrm>
          <a:solidFill>
            <a:schemeClr val="bg1"/>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7589520" y="2286000"/>
            <a:ext cx="3688080" cy="3581400"/>
          </a:xfrm>
        </p:spPr>
        <p:txBody>
          <a:bodyPr lIns="91440" rIns="91440">
            <a:normAutofit/>
          </a:bodyPr>
          <a:lstStyle>
            <a:lvl1pPr marL="0" indent="0">
              <a:lnSpc>
                <a:spcPct val="100000"/>
              </a:lnSpc>
              <a:spcBef>
                <a:spcPts val="0"/>
              </a:spcBef>
              <a:spcAft>
                <a:spcPts val="0"/>
              </a:spcAft>
              <a:buNone/>
              <a:defRPr sz="3200">
                <a:solidFill>
                  <a:schemeClr val="accent2"/>
                </a:solidFill>
              </a:defRPr>
            </a:lvl1pPr>
            <a:lvl2pPr>
              <a:defRPr sz="1600"/>
            </a:lvl2pPr>
            <a:lvl3pPr>
              <a:defRPr sz="1400"/>
            </a:lvl3pPr>
            <a:lvl4pPr>
              <a:defRPr sz="1200"/>
            </a:lvl4pPr>
            <a:lvl5pPr>
              <a:defRPr sz="1200"/>
            </a:lvl5pPr>
          </a:lstStyle>
          <a:p>
            <a:pPr lvl="0"/>
            <a:r>
              <a:rPr lang="en-US" noProof="0"/>
              <a:t>Important Content</a:t>
            </a:r>
          </a:p>
        </p:txBody>
      </p:sp>
      <p:sp>
        <p:nvSpPr>
          <p:cNvPr id="8" name="Picture Placeholder 7">
            <a:extLst>
              <a:ext uri="{FF2B5EF4-FFF2-40B4-BE49-F238E27FC236}">
                <a16:creationId xmlns:a16="http://schemas.microsoft.com/office/drawing/2014/main" id="{1EC81B64-070E-43F3-BCB5-833AB965D638}"/>
              </a:ext>
              <a:ext uri="{C183D7F6-B498-43B3-948B-1728B52AA6E4}">
                <adec:decorative xmlns:adec="http://schemas.microsoft.com/office/drawing/2017/decorative" val="1"/>
              </a:ext>
            </a:extLst>
          </p:cNvPr>
          <p:cNvSpPr>
            <a:spLocks noGrp="1"/>
          </p:cNvSpPr>
          <p:nvPr>
            <p:ph type="pic" sz="quarter" idx="21" hasCustomPrompt="1"/>
          </p:nvPr>
        </p:nvSpPr>
        <p:spPr>
          <a:xfrm>
            <a:off x="548944" y="3717925"/>
            <a:ext cx="914400" cy="930275"/>
          </a:xfrm>
        </p:spPr>
        <p:txBody>
          <a:bodyPr anchor="ctr"/>
          <a:lstStyle>
            <a:lvl1pPr marL="0" indent="0" algn="ctr">
              <a:buNone/>
              <a:defRPr/>
            </a:lvl1pPr>
          </a:lstStyle>
          <a:p>
            <a:r>
              <a:rPr lang="en-US" noProof="0" dirty="0"/>
              <a:t>Icon</a:t>
            </a:r>
          </a:p>
        </p:txBody>
      </p:sp>
      <p:sp>
        <p:nvSpPr>
          <p:cNvPr id="15" name="Slide Number Placeholder 5">
            <a:extLst>
              <a:ext uri="{FF2B5EF4-FFF2-40B4-BE49-F238E27FC236}">
                <a16:creationId xmlns:a16="http://schemas.microsoft.com/office/drawing/2014/main" id="{8D5893EC-1256-429B-9581-379342C2368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6664319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alf Image Multiple images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7315200" y="4176259"/>
            <a:ext cx="4343400" cy="1968280"/>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4" name="Picture Placeholder 8">
            <a:extLst>
              <a:ext uri="{FF2B5EF4-FFF2-40B4-BE49-F238E27FC236}">
                <a16:creationId xmlns:a16="http://schemas.microsoft.com/office/drawing/2014/main" id="{96DE17A8-F4B7-4571-A6E8-FD28BA425B19}"/>
              </a:ext>
              <a:ext uri="{C183D7F6-B498-43B3-948B-1728B52AA6E4}">
                <adec:decorative xmlns:adec="http://schemas.microsoft.com/office/drawing/2017/decorative" val="1"/>
              </a:ext>
            </a:extLst>
          </p:cNvPr>
          <p:cNvSpPr>
            <a:spLocks noGrp="1"/>
          </p:cNvSpPr>
          <p:nvPr>
            <p:ph type="pic" sz="quarter" idx="19" hasCustomPrompt="1"/>
          </p:nvPr>
        </p:nvSpPr>
        <p:spPr>
          <a:xfrm>
            <a:off x="542834" y="1066801"/>
            <a:ext cx="3505199" cy="50777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5" name="Picture Placeholder 8">
            <a:extLst>
              <a:ext uri="{FF2B5EF4-FFF2-40B4-BE49-F238E27FC236}">
                <a16:creationId xmlns:a16="http://schemas.microsoft.com/office/drawing/2014/main" id="{9D9A0502-98A2-467D-BE1C-CE8391C73BF4}"/>
              </a:ext>
              <a:ext uri="{C183D7F6-B498-43B3-948B-1728B52AA6E4}">
                <adec:decorative xmlns:adec="http://schemas.microsoft.com/office/drawing/2017/decorative" val="1"/>
              </a:ext>
            </a:extLst>
          </p:cNvPr>
          <p:cNvSpPr>
            <a:spLocks noGrp="1"/>
          </p:cNvSpPr>
          <p:nvPr>
            <p:ph type="pic" sz="quarter" idx="20" hasCustomPrompt="1"/>
          </p:nvPr>
        </p:nvSpPr>
        <p:spPr>
          <a:xfrm>
            <a:off x="4191000" y="4343400"/>
            <a:ext cx="2743200" cy="18011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6" name="Picture Placeholder 8">
            <a:extLst>
              <a:ext uri="{FF2B5EF4-FFF2-40B4-BE49-F238E27FC236}">
                <a16:creationId xmlns:a16="http://schemas.microsoft.com/office/drawing/2014/main" id="{8298DB4E-3B92-4CA4-852A-9F647E7219A4}"/>
              </a:ext>
              <a:ext uri="{C183D7F6-B498-43B3-948B-1728B52AA6E4}">
                <adec:decorative xmlns:adec="http://schemas.microsoft.com/office/drawing/2017/decorative" val="1"/>
              </a:ext>
            </a:extLst>
          </p:cNvPr>
          <p:cNvSpPr>
            <a:spLocks noGrp="1"/>
          </p:cNvSpPr>
          <p:nvPr>
            <p:ph type="pic" sz="quarter" idx="21" hasCustomPrompt="1"/>
          </p:nvPr>
        </p:nvSpPr>
        <p:spPr>
          <a:xfrm>
            <a:off x="4191000" y="1066801"/>
            <a:ext cx="2743200" cy="3126023"/>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2E528B4D-15E8-4161-96F7-75D0217AD20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26942956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ull Image with Top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6745024"/>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Slide Number Placeholder 5">
            <a:extLst>
              <a:ext uri="{FF2B5EF4-FFF2-40B4-BE49-F238E27FC236}">
                <a16:creationId xmlns:a16="http://schemas.microsoft.com/office/drawing/2014/main" id="{7C67066A-9B9E-468B-97C6-94BF615FA94E}"/>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A82AF7E6-6C19-4A41-BFA5-44C4F2A371E9}"/>
              </a:ext>
            </a:extLst>
          </p:cNvPr>
          <p:cNvSpPr>
            <a:spLocks noGrp="1"/>
          </p:cNvSpPr>
          <p:nvPr>
            <p:ph type="title"/>
          </p:nvPr>
        </p:nvSpPr>
        <p:spPr>
          <a:xfrm>
            <a:off x="548640" y="548640"/>
            <a:ext cx="11106150" cy="518160"/>
          </a:xfrm>
        </p:spPr>
        <p:txBody>
          <a:bodyPr/>
          <a:lstStyle/>
          <a:p>
            <a:r>
              <a:rPr lang="en-US"/>
              <a:t>Click to edit Master title style</a:t>
            </a:r>
          </a:p>
        </p:txBody>
      </p:sp>
    </p:spTree>
    <p:extLst>
      <p:ext uri="{BB962C8B-B14F-4D97-AF65-F5344CB8AC3E}">
        <p14:creationId xmlns:p14="http://schemas.microsoft.com/office/powerpoint/2010/main" val="3111247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7" name="Slide Number Placeholder 5">
            <a:extLst>
              <a:ext uri="{FF2B5EF4-FFF2-40B4-BE49-F238E27FC236}">
                <a16:creationId xmlns:a16="http://schemas.microsoft.com/office/drawing/2014/main" id="{9FC59837-0A86-4467-BB38-E2AC882F31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78857779-E765-4EC2-825C-B8E41285A0C7}"/>
              </a:ext>
            </a:extLst>
          </p:cNvPr>
          <p:cNvSpPr>
            <a:spLocks noGrp="1"/>
          </p:cNvSpPr>
          <p:nvPr>
            <p:ph type="title"/>
          </p:nvPr>
        </p:nvSpPr>
        <p:spPr>
          <a:xfrm>
            <a:off x="548640" y="548640"/>
            <a:ext cx="11106150" cy="518160"/>
          </a:xfrm>
        </p:spPr>
        <p:txBody>
          <a:bodyPr/>
          <a:lstStyle/>
          <a:p>
            <a:r>
              <a:rPr lang="en-US"/>
              <a:t>Click to edit Master title style</a:t>
            </a:r>
          </a:p>
        </p:txBody>
      </p:sp>
    </p:spTree>
    <p:extLst>
      <p:ext uri="{BB962C8B-B14F-4D97-AF65-F5344CB8AC3E}">
        <p14:creationId xmlns:p14="http://schemas.microsoft.com/office/powerpoint/2010/main" val="10046070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7261801" y="1189969"/>
            <a:ext cx="4389542" cy="4677431"/>
          </a:xfrm>
          <a:solidFill>
            <a:schemeClr val="bg1">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7612321" y="1494770"/>
            <a:ext cx="3688080" cy="3915430"/>
          </a:xfrm>
        </p:spPr>
        <p:txBody>
          <a:bodyPr lIns="91440" rIns="91440">
            <a:normAutofit/>
          </a:bodyPr>
          <a:lstStyle>
            <a:lvl1pPr marL="0" indent="0">
              <a:lnSpc>
                <a:spcPct val="100000"/>
              </a:lnSpc>
              <a:spcBef>
                <a:spcPts val="0"/>
              </a:spcBef>
              <a:spcAft>
                <a:spcPts val="0"/>
              </a:spcAft>
              <a:buNone/>
              <a:defRPr sz="3200"/>
            </a:lvl1pPr>
            <a:lvl2pPr>
              <a:defRPr sz="1600"/>
            </a:lvl2pPr>
            <a:lvl3pPr>
              <a:defRPr sz="1400"/>
            </a:lvl3pPr>
            <a:lvl4pPr>
              <a:defRPr sz="1200"/>
            </a:lvl4pPr>
            <a:lvl5pPr>
              <a:defRPr sz="1200"/>
            </a:lvl5pPr>
          </a:lstStyle>
          <a:p>
            <a:pPr lvl="0"/>
            <a:r>
              <a:rPr lang="en-US" dirty="0"/>
              <a:t>Important Content</a:t>
            </a:r>
            <a:endParaRPr lang="en-GB" dirty="0"/>
          </a:p>
        </p:txBody>
      </p:sp>
      <p:sp>
        <p:nvSpPr>
          <p:cNvPr id="10" name="Slide Number Placeholder 5">
            <a:extLst>
              <a:ext uri="{FF2B5EF4-FFF2-40B4-BE49-F238E27FC236}">
                <a16:creationId xmlns:a16="http://schemas.microsoft.com/office/drawing/2014/main" id="{5AE16EF6-8987-4193-B346-1BEA14401C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5E2D4840-4EB5-4438-9A16-D0006A68A19E}"/>
              </a:ext>
            </a:extLst>
          </p:cNvPr>
          <p:cNvSpPr>
            <a:spLocks noGrp="1"/>
          </p:cNvSpPr>
          <p:nvPr>
            <p:ph type="title"/>
          </p:nvPr>
        </p:nvSpPr>
        <p:spPr>
          <a:xfrm>
            <a:off x="548640" y="548640"/>
            <a:ext cx="11106150" cy="641329"/>
          </a:xfrm>
        </p:spPr>
        <p:txBody>
          <a:bodyPr/>
          <a:lstStyle/>
          <a:p>
            <a:r>
              <a:rPr lang="en-US"/>
              <a:t>Click to edit Master title style</a:t>
            </a:r>
          </a:p>
        </p:txBody>
      </p:sp>
    </p:spTree>
    <p:extLst>
      <p:ext uri="{BB962C8B-B14F-4D97-AF65-F5344CB8AC3E}">
        <p14:creationId xmlns:p14="http://schemas.microsoft.com/office/powerpoint/2010/main" val="169147065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552269" y="1189969"/>
            <a:ext cx="4389542" cy="4677431"/>
          </a:xfrm>
          <a:solidFill>
            <a:schemeClr val="accent2">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902789" y="1494770"/>
            <a:ext cx="3688080" cy="3915430"/>
          </a:xfrm>
        </p:spPr>
        <p:txBody>
          <a:bodyPr lIns="91440" rIns="91440">
            <a:normAutofit/>
          </a:bodyPr>
          <a:lstStyle>
            <a:lvl1pPr marL="0" indent="0">
              <a:lnSpc>
                <a:spcPct val="100000"/>
              </a:lnSpc>
              <a:spcBef>
                <a:spcPts val="0"/>
              </a:spcBef>
              <a:spcAft>
                <a:spcPts val="0"/>
              </a:spcAft>
              <a:buNone/>
              <a:defRPr sz="3200">
                <a:solidFill>
                  <a:schemeClr val="bg1"/>
                </a:solidFill>
              </a:defRPr>
            </a:lvl1pPr>
            <a:lvl2pPr>
              <a:defRPr sz="1600"/>
            </a:lvl2pPr>
            <a:lvl3pPr>
              <a:defRPr sz="1400"/>
            </a:lvl3pPr>
            <a:lvl4pPr>
              <a:defRPr sz="1200"/>
            </a:lvl4pPr>
            <a:lvl5pPr>
              <a:defRPr sz="1200"/>
            </a:lvl5pPr>
          </a:lstStyle>
          <a:p>
            <a:pPr lvl="0"/>
            <a:r>
              <a:rPr lang="en-US" noProof="0"/>
              <a:t>Important Content</a:t>
            </a:r>
          </a:p>
        </p:txBody>
      </p:sp>
      <p:sp>
        <p:nvSpPr>
          <p:cNvPr id="10" name="Slide Number Placeholder 5">
            <a:extLst>
              <a:ext uri="{FF2B5EF4-FFF2-40B4-BE49-F238E27FC236}">
                <a16:creationId xmlns:a16="http://schemas.microsoft.com/office/drawing/2014/main" id="{1AC89BA5-7D71-4838-92DC-A9DD44EC0557}"/>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75614DBA-0879-4C83-B4B4-EECB085A204E}"/>
              </a:ext>
            </a:extLst>
          </p:cNvPr>
          <p:cNvSpPr>
            <a:spLocks noGrp="1"/>
          </p:cNvSpPr>
          <p:nvPr>
            <p:ph type="title"/>
          </p:nvPr>
        </p:nvSpPr>
        <p:spPr>
          <a:xfrm>
            <a:off x="548640" y="548640"/>
            <a:ext cx="11106150" cy="441960"/>
          </a:xfrm>
        </p:spPr>
        <p:txBody>
          <a:bodyPr/>
          <a:lstStyle/>
          <a:p>
            <a:r>
              <a:rPr lang="en-US"/>
              <a:t>Click to edit Master title style</a:t>
            </a:r>
          </a:p>
        </p:txBody>
      </p:sp>
    </p:spTree>
    <p:extLst>
      <p:ext uri="{BB962C8B-B14F-4D97-AF65-F5344CB8AC3E}">
        <p14:creationId xmlns:p14="http://schemas.microsoft.com/office/powerpoint/2010/main" val="121976815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5090157"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5090157" cy="424732"/>
          </a:xfrm>
          <a:noFill/>
        </p:spPr>
        <p:txBody>
          <a:bodyPr wrap="square" lIns="91440" rIns="91440">
            <a:sp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6527803" y="4021648"/>
            <a:ext cx="5090157"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6527803" y="3429000"/>
            <a:ext cx="5090157" cy="424732"/>
          </a:xfrm>
          <a:noFill/>
        </p:spPr>
        <p:txBody>
          <a:bodyPr wrap="square" lIns="91440" rIns="91440">
            <a:spAutoFit/>
          </a:bodyPr>
          <a:lstStyle>
            <a:lvl1pPr marL="0" indent="0">
              <a:buNone/>
              <a:defRPr sz="2400" b="1">
                <a:solidFill>
                  <a:schemeClr val="accent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6527803" y="2423061"/>
            <a:ext cx="711197" cy="723544"/>
          </a:xfrm>
        </p:spPr>
        <p:txBody>
          <a:bodyPr anchor="ctr"/>
          <a:lstStyle>
            <a:lvl1pPr marL="0" indent="0" algn="ctr">
              <a:buNone/>
              <a:defRPr/>
            </a:lvl1pPr>
          </a:lstStyle>
          <a:p>
            <a:r>
              <a:rPr lang="en-US" noProof="0" dirty="0"/>
              <a:t>Icon</a:t>
            </a:r>
          </a:p>
        </p:txBody>
      </p:sp>
      <p:sp>
        <p:nvSpPr>
          <p:cNvPr id="17" name="Slide Number Placeholder 5">
            <a:extLst>
              <a:ext uri="{FF2B5EF4-FFF2-40B4-BE49-F238E27FC236}">
                <a16:creationId xmlns:a16="http://schemas.microsoft.com/office/drawing/2014/main" id="{C94646A1-59D8-49D7-B0E1-B7771AB22D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9806680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435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4358640" y="3429000"/>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4358640" y="2423061"/>
            <a:ext cx="711197" cy="723544"/>
          </a:xfrm>
        </p:spPr>
        <p:txBody>
          <a:bodyPr anchor="ctr"/>
          <a:lstStyle>
            <a:lvl1pPr marL="0" indent="0" algn="ctr">
              <a:buNone/>
              <a:defRPr/>
            </a:lvl1pPr>
          </a:lstStyle>
          <a:p>
            <a:r>
              <a:rPr lang="en-US" noProof="0" dirty="0"/>
              <a:t>Icon</a:t>
            </a:r>
          </a:p>
        </p:txBody>
      </p:sp>
      <p:sp>
        <p:nvSpPr>
          <p:cNvPr id="16" name="Content Placeholder 6">
            <a:extLst>
              <a:ext uri="{FF2B5EF4-FFF2-40B4-BE49-F238E27FC236}">
                <a16:creationId xmlns:a16="http://schemas.microsoft.com/office/drawing/2014/main" id="{F4C1E55C-86D8-4053-9865-59D5B4F8A350}"/>
              </a:ext>
            </a:extLst>
          </p:cNvPr>
          <p:cNvSpPr>
            <a:spLocks noGrp="1"/>
          </p:cNvSpPr>
          <p:nvPr>
            <p:ph sz="quarter" idx="23"/>
          </p:nvPr>
        </p:nvSpPr>
        <p:spPr>
          <a:xfrm>
            <a:off x="816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id="{3B68B60C-9D86-4961-A5CE-AB650CA3364D}"/>
              </a:ext>
            </a:extLst>
          </p:cNvPr>
          <p:cNvSpPr>
            <a:spLocks noGrp="1"/>
          </p:cNvSpPr>
          <p:nvPr>
            <p:ph type="body" sz="quarter" idx="24" hasCustomPrompt="1"/>
          </p:nvPr>
        </p:nvSpPr>
        <p:spPr>
          <a:xfrm>
            <a:off x="8168640" y="3429000"/>
            <a:ext cx="3474720" cy="424732"/>
          </a:xfrm>
          <a:noFill/>
        </p:spPr>
        <p:txBody>
          <a:bodyPr wrap="square" lIns="91440" rIns="91440">
            <a:noAutofit/>
          </a:bodyPr>
          <a:lstStyle>
            <a:lvl1pPr marL="0" indent="0">
              <a:buNone/>
              <a:defRPr sz="2400" b="1">
                <a:solidFill>
                  <a:schemeClr val="accent2"/>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AFE200E7-D3F0-41C3-92B0-E09677035AD0}"/>
              </a:ext>
              <a:ext uri="{C183D7F6-B498-43B3-948B-1728B52AA6E4}">
                <adec:decorative xmlns:adec="http://schemas.microsoft.com/office/drawing/2017/decorative" val="1"/>
              </a:ext>
            </a:extLst>
          </p:cNvPr>
          <p:cNvSpPr>
            <a:spLocks noGrp="1"/>
          </p:cNvSpPr>
          <p:nvPr>
            <p:ph type="pic" sz="quarter" idx="25" hasCustomPrompt="1"/>
          </p:nvPr>
        </p:nvSpPr>
        <p:spPr>
          <a:xfrm>
            <a:off x="8168336" y="2423061"/>
            <a:ext cx="711197" cy="723544"/>
          </a:xfrm>
        </p:spPr>
        <p:txBody>
          <a:bodyPr anchor="ctr"/>
          <a:lstStyle>
            <a:lvl1pPr marL="0" indent="0" algn="ctr">
              <a:buNone/>
              <a:defRPr/>
            </a:lvl1pPr>
          </a:lstStyle>
          <a:p>
            <a:r>
              <a:rPr lang="en-US" noProof="0" dirty="0"/>
              <a:t>Icon</a:t>
            </a:r>
          </a:p>
        </p:txBody>
      </p:sp>
      <p:sp>
        <p:nvSpPr>
          <p:cNvPr id="21" name="Slide Number Placeholder 5">
            <a:extLst>
              <a:ext uri="{FF2B5EF4-FFF2-40B4-BE49-F238E27FC236}">
                <a16:creationId xmlns:a16="http://schemas.microsoft.com/office/drawing/2014/main" id="{520633DF-6AFD-4B07-9AFD-09317A9CC68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566824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Icon Content 2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38400"/>
            <a:ext cx="5901458" cy="975260"/>
          </a:xfrm>
        </p:spPr>
        <p:txBody>
          <a:bodyPr lIns="91440" rIns="91440" anchor="ctr">
            <a:noAutofit/>
          </a:bodyPr>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4391622"/>
            <a:ext cx="5901458" cy="975260"/>
          </a:xfrm>
        </p:spPr>
        <p:txBody>
          <a:bodyPr lIns="91440" rIns="91440" anchor="ctr">
            <a:noAutofit/>
          </a:bodyPr>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4666886"/>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4517480"/>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86215740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Icon Content 3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23061"/>
            <a:ext cx="5901458" cy="1005939"/>
          </a:xfrm>
        </p:spPr>
        <p:txBody>
          <a:bodyPr lIns="91440" rIns="91440"/>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810000" cy="424732"/>
          </a:xfrm>
          <a:noFill/>
        </p:spPr>
        <p:txBody>
          <a:bodyPr wrap="square" lIns="91440" rIns="91440" anchor="ctr">
            <a:sp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3556396"/>
            <a:ext cx="5901458" cy="1005939"/>
          </a:xfrm>
        </p:spPr>
        <p:txBody>
          <a:bodyPr lIns="91440" rIns="91440"/>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3846999"/>
            <a:ext cx="3810000" cy="424732"/>
          </a:xfrm>
          <a:noFill/>
        </p:spPr>
        <p:txBody>
          <a:bodyPr wrap="square" lIns="91440" rIns="91440" anchor="ctr">
            <a:sp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3697593"/>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5562600" y="4689732"/>
            <a:ext cx="5901458" cy="1005939"/>
          </a:xfrm>
        </p:spPr>
        <p:txBody>
          <a:bodyPr lIns="91440" rIns="91440"/>
          <a:lstStyle>
            <a:lvl1pPr>
              <a:defRPr/>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1524000" y="4980335"/>
            <a:ext cx="3810000" cy="424732"/>
          </a:xfrm>
          <a:noFill/>
        </p:spPr>
        <p:txBody>
          <a:bodyPr wrap="square" lIns="91440" rIns="91440" anchor="ctr">
            <a:spAutoFit/>
          </a:bodyPr>
          <a:lstStyle>
            <a:lvl1pPr marL="0" indent="0">
              <a:buNone/>
              <a:defRPr sz="2400" b="1">
                <a:solidFill>
                  <a:schemeClr val="accent6"/>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548944" y="4830929"/>
            <a:ext cx="711197" cy="723544"/>
          </a:xfrm>
        </p:spPr>
        <p:txBody>
          <a:bodyPr anchor="ctr"/>
          <a:lstStyle>
            <a:lvl1pPr marL="0" indent="0" algn="ctr">
              <a:buNone/>
              <a:defRPr/>
            </a:lvl1pPr>
          </a:lstStyle>
          <a:p>
            <a:r>
              <a:rPr lang="en-US" noProof="0" dirty="0"/>
              <a:t>Icon</a:t>
            </a:r>
          </a:p>
        </p:txBody>
      </p:sp>
    </p:spTree>
    <p:extLst>
      <p:ext uri="{BB962C8B-B14F-4D97-AF65-F5344CB8AC3E}">
        <p14:creationId xmlns:p14="http://schemas.microsoft.com/office/powerpoint/2010/main" val="28474110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ide patch Icon Content 3 rows">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7151214" y="2035302"/>
            <a:ext cx="4312844" cy="914490"/>
          </a:xfrm>
        </p:spPr>
        <p:txBody>
          <a:bodyPr lIns="91440" rIns="91440" anchor="ctr">
            <a:noAutofit/>
          </a:bodyPr>
          <a:lstStyle>
            <a:lvl1pPr marL="0" indent="0">
              <a:buNone/>
              <a:defRPr sz="1400"/>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624840" y="2280181"/>
            <a:ext cx="4937760" cy="424732"/>
          </a:xfrm>
          <a:noFill/>
        </p:spPr>
        <p:txBody>
          <a:bodyPr wrap="square" lIns="91440" rIns="91440" anchor="ctr">
            <a:noAutofit/>
          </a:bodyPr>
          <a:lstStyle>
            <a:lvl1pPr marL="0" indent="0" algn="r">
              <a:buNone/>
              <a:defRPr sz="2000" b="1">
                <a:solidFill>
                  <a:schemeClr val="tx2"/>
                </a:solidFill>
              </a:defRPr>
            </a:lvl1pPr>
          </a:lstStyle>
          <a:p>
            <a:pPr lvl="0"/>
            <a:r>
              <a:rPr lang="en-US" noProof="0"/>
              <a:t>ADD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756426" y="1935993"/>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6071132" y="3576256"/>
            <a:ext cx="5392925" cy="914490"/>
          </a:xfrm>
        </p:spPr>
        <p:txBody>
          <a:bodyPr lIns="91440" rIns="91440" anchor="ctr">
            <a:noAutofit/>
          </a:bodyPr>
          <a:lstStyle>
            <a:lvl1pPr marL="0" indent="0">
              <a:buNone/>
              <a:defRPr sz="1400"/>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548640" y="3846999"/>
            <a:ext cx="4023360" cy="424732"/>
          </a:xfrm>
          <a:noFill/>
        </p:spPr>
        <p:txBody>
          <a:bodyPr wrap="square" lIns="91440" rIns="91440" anchor="ctr">
            <a:noAutofit/>
          </a:bodyPr>
          <a:lstStyle>
            <a:lvl1pPr marL="0" indent="0" algn="r">
              <a:buNone/>
              <a:defRPr sz="2000" b="1">
                <a:solidFill>
                  <a:schemeClr val="accent5"/>
                </a:solidFill>
              </a:defRPr>
            </a:lvl1pPr>
          </a:lstStyle>
          <a:p>
            <a:pPr lvl="0"/>
            <a:r>
              <a:rPr lang="en-US" noProof="0"/>
              <a:t>ADD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4774508" y="350281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4949699" y="5117210"/>
            <a:ext cx="6514359" cy="914490"/>
          </a:xfrm>
        </p:spPr>
        <p:txBody>
          <a:bodyPr lIns="91440" rIns="91440" anchor="ctr">
            <a:noAutofit/>
          </a:bodyPr>
          <a:lstStyle>
            <a:lvl1pPr marL="0" indent="0">
              <a:buNone/>
              <a:defRPr sz="1400"/>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548641" y="5362089"/>
            <a:ext cx="2956560" cy="424732"/>
          </a:xfrm>
          <a:noFill/>
        </p:spPr>
        <p:txBody>
          <a:bodyPr wrap="square" lIns="91440" rIns="91440" anchor="ctr">
            <a:noAutofit/>
          </a:bodyPr>
          <a:lstStyle>
            <a:lvl1pPr marL="0" indent="0" algn="r">
              <a:buNone/>
              <a:defRPr sz="2000" b="1">
                <a:solidFill>
                  <a:schemeClr val="accent6"/>
                </a:solidFill>
              </a:defRPr>
            </a:lvl1pPr>
          </a:lstStyle>
          <a:p>
            <a:pPr lvl="0"/>
            <a:r>
              <a:rPr lang="en-US" noProof="0"/>
              <a:t>ADD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3680392" y="501790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35" name="Freeform: Shape 34">
            <a:extLst>
              <a:ext uri="{FF2B5EF4-FFF2-40B4-BE49-F238E27FC236}">
                <a16:creationId xmlns:a16="http://schemas.microsoft.com/office/drawing/2014/main" id="{79F57DF2-7AB9-4D3A-AADE-E93D5621B0F8}"/>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5897438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2018097"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6B9C406-BFD3-481F-9B48-3DCA3A33014F}"/>
              </a:ext>
              <a:ext uri="{C183D7F6-B498-43B3-948B-1728B52AA6E4}">
                <adec:decorative xmlns:adec="http://schemas.microsoft.com/office/drawing/2017/decorative" val="1"/>
              </a:ext>
            </a:extLst>
          </p:cNvPr>
          <p:cNvCxnSpPr/>
          <p:nvPr userDrawn="1"/>
        </p:nvCxnSpPr>
        <p:spPr>
          <a:xfrm>
            <a:off x="57518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AF3D50D-B3D8-4A41-84D8-4BE250D1BD62}"/>
              </a:ext>
              <a:ext uri="{C183D7F6-B498-43B3-948B-1728B52AA6E4}">
                <adec:decorative xmlns:adec="http://schemas.microsoft.com/office/drawing/2017/decorative" val="1"/>
              </a:ext>
            </a:extLst>
          </p:cNvPr>
          <p:cNvCxnSpPr/>
          <p:nvPr userDrawn="1"/>
        </p:nvCxnSpPr>
        <p:spPr>
          <a:xfrm>
            <a:off x="94856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533401"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1</a:t>
            </a:r>
          </a:p>
        </p:txBody>
      </p:sp>
      <p:sp>
        <p:nvSpPr>
          <p:cNvPr id="30" name="Picture Placeholder 8">
            <a:extLst>
              <a:ext uri="{FF2B5EF4-FFF2-40B4-BE49-F238E27FC236}">
                <a16:creationId xmlns:a16="http://schemas.microsoft.com/office/drawing/2014/main" id="{6321F101-EC7B-4128-A7FA-373AC507D3D4}"/>
              </a:ext>
              <a:ext uri="{C183D7F6-B498-43B3-948B-1728B52AA6E4}">
                <adec:decorative xmlns:adec="http://schemas.microsoft.com/office/drawing/2017/decorative" val="1"/>
              </a:ext>
            </a:extLst>
          </p:cNvPr>
          <p:cNvSpPr>
            <a:spLocks noGrp="1"/>
          </p:cNvSpPr>
          <p:nvPr>
            <p:ph type="pic" sz="quarter" idx="18" hasCustomPrompt="1"/>
          </p:nvPr>
        </p:nvSpPr>
        <p:spPr>
          <a:xfrm>
            <a:off x="42672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2</a:t>
            </a:r>
          </a:p>
        </p:txBody>
      </p:sp>
      <p:sp>
        <p:nvSpPr>
          <p:cNvPr id="31" name="Picture Placeholder 8">
            <a:extLst>
              <a:ext uri="{FF2B5EF4-FFF2-40B4-BE49-F238E27FC236}">
                <a16:creationId xmlns:a16="http://schemas.microsoft.com/office/drawing/2014/main" id="{229667AF-39CB-43E6-8D30-A2DDF8365C21}"/>
              </a:ext>
              <a:ext uri="{C183D7F6-B498-43B3-948B-1728B52AA6E4}">
                <adec:decorative xmlns:adec="http://schemas.microsoft.com/office/drawing/2017/decorative" val="1"/>
              </a:ext>
            </a:extLst>
          </p:cNvPr>
          <p:cNvSpPr>
            <a:spLocks noGrp="1"/>
          </p:cNvSpPr>
          <p:nvPr>
            <p:ph type="pic" sz="quarter" idx="19" hasCustomPrompt="1"/>
          </p:nvPr>
        </p:nvSpPr>
        <p:spPr>
          <a:xfrm>
            <a:off x="80010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3</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864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3" name="Text Placeholder 7">
            <a:extLst>
              <a:ext uri="{FF2B5EF4-FFF2-40B4-BE49-F238E27FC236}">
                <a16:creationId xmlns:a16="http://schemas.microsoft.com/office/drawing/2014/main" id="{EB4CA538-2AD9-458A-B582-2FBFEAF60CFA}"/>
              </a:ext>
            </a:extLst>
          </p:cNvPr>
          <p:cNvSpPr>
            <a:spLocks noGrp="1"/>
          </p:cNvSpPr>
          <p:nvPr>
            <p:ph type="body" sz="quarter" idx="20" hasCustomPrompt="1"/>
          </p:nvPr>
        </p:nvSpPr>
        <p:spPr>
          <a:xfrm>
            <a:off x="42672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5" name="Text Placeholder 7">
            <a:extLst>
              <a:ext uri="{FF2B5EF4-FFF2-40B4-BE49-F238E27FC236}">
                <a16:creationId xmlns:a16="http://schemas.microsoft.com/office/drawing/2014/main" id="{857C263B-EA99-4350-84C0-08B9746AEC05}"/>
              </a:ext>
            </a:extLst>
          </p:cNvPr>
          <p:cNvSpPr>
            <a:spLocks noGrp="1"/>
          </p:cNvSpPr>
          <p:nvPr>
            <p:ph type="body" sz="quarter" idx="21" hasCustomPrompt="1"/>
          </p:nvPr>
        </p:nvSpPr>
        <p:spPr>
          <a:xfrm>
            <a:off x="80010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Tree>
    <p:extLst>
      <p:ext uri="{BB962C8B-B14F-4D97-AF65-F5344CB8AC3E}">
        <p14:creationId xmlns:p14="http://schemas.microsoft.com/office/powerpoint/2010/main" val="11847593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1751397" y="5027659"/>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723902" y="2057402"/>
            <a:ext cx="2743197" cy="274319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1021" y="5307558"/>
            <a:ext cx="3108959" cy="424732"/>
          </a:xfrm>
          <a:noFill/>
        </p:spPr>
        <p:txBody>
          <a:bodyPr wrap="square" lIns="91440" rIns="91440" anchor="t">
            <a:noAutofit/>
          </a:bodyPr>
          <a:lstStyle>
            <a:lvl1pPr marL="0" indent="0" algn="ctr">
              <a:spcBef>
                <a:spcPts val="0"/>
              </a:spcBef>
              <a:spcAft>
                <a:spcPts val="0"/>
              </a:spcAft>
              <a:buNone/>
              <a:defRPr sz="2000" b="1">
                <a:solidFill>
                  <a:schemeClr val="tx2"/>
                </a:solidFill>
                <a:latin typeface="+mj-lt"/>
              </a:defRPr>
            </a:lvl1pPr>
          </a:lstStyle>
          <a:p>
            <a:pPr lvl="0"/>
            <a:r>
              <a:rPr lang="en-US" noProof="0"/>
              <a:t>ADD TEXT </a:t>
            </a:r>
          </a:p>
        </p:txBody>
      </p:sp>
      <p:sp>
        <p:nvSpPr>
          <p:cNvPr id="17" name="Text Placeholder 7">
            <a:extLst>
              <a:ext uri="{FF2B5EF4-FFF2-40B4-BE49-F238E27FC236}">
                <a16:creationId xmlns:a16="http://schemas.microsoft.com/office/drawing/2014/main" id="{2FD9C5C0-2B13-4BD9-BA25-5F692DE9E82D}"/>
              </a:ext>
            </a:extLst>
          </p:cNvPr>
          <p:cNvSpPr>
            <a:spLocks noGrp="1"/>
          </p:cNvSpPr>
          <p:nvPr>
            <p:ph type="body" sz="quarter" idx="18" hasCustomPrompt="1"/>
          </p:nvPr>
        </p:nvSpPr>
        <p:spPr>
          <a:xfrm>
            <a:off x="541021" y="5688559"/>
            <a:ext cx="3108959" cy="323629"/>
          </a:xfrm>
          <a:noFill/>
        </p:spPr>
        <p:txBody>
          <a:bodyPr wrap="square" lIns="91440" rIns="91440" anchor="t">
            <a:noAutofit/>
          </a:bodyPr>
          <a:lstStyle>
            <a:lvl1pPr marL="0" indent="0" algn="ctr">
              <a:spcBef>
                <a:spcPts val="0"/>
              </a:spcBef>
              <a:spcAft>
                <a:spcPts val="0"/>
              </a:spcAft>
              <a:buNone/>
              <a:defRPr sz="1400" b="0">
                <a:solidFill>
                  <a:schemeClr val="tx2"/>
                </a:solidFill>
                <a:latin typeface="+mn-lt"/>
              </a:defRPr>
            </a:lvl1pPr>
          </a:lstStyle>
          <a:p>
            <a:pPr lvl="0"/>
            <a:r>
              <a:rPr lang="en-US" noProof="0"/>
              <a:t>Description</a:t>
            </a:r>
          </a:p>
        </p:txBody>
      </p:sp>
      <p:cxnSp>
        <p:nvCxnSpPr>
          <p:cNvPr id="5" name="Straight Connector 4">
            <a:extLst>
              <a:ext uri="{FF2B5EF4-FFF2-40B4-BE49-F238E27FC236}">
                <a16:creationId xmlns:a16="http://schemas.microsoft.com/office/drawing/2014/main" id="{9971D9F8-CAE6-4680-A029-F96D0F1441FD}"/>
              </a:ext>
            </a:extLst>
          </p:cNvPr>
          <p:cNvCxnSpPr>
            <a:cxnSpLocks/>
          </p:cNvCxnSpPr>
          <p:nvPr userDrawn="1"/>
        </p:nvCxnSpPr>
        <p:spPr>
          <a:xfrm flipH="1">
            <a:off x="3907846"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31598D0-210A-4FC8-9A7B-BFA0921CF214}"/>
              </a:ext>
              <a:ext uri="{C183D7F6-B498-43B3-948B-1728B52AA6E4}">
                <adec:decorative xmlns:adec="http://schemas.microsoft.com/office/drawing/2017/decorative" val="1"/>
              </a:ext>
            </a:extLst>
          </p:cNvPr>
          <p:cNvCxnSpPr>
            <a:cxnSpLocks/>
          </p:cNvCxnSpPr>
          <p:nvPr userDrawn="1"/>
        </p:nvCxnSpPr>
        <p:spPr>
          <a:xfrm rot="16200000">
            <a:off x="5536511"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06439E2-68F5-46DF-9799-ABBEBECFD358}"/>
              </a:ext>
              <a:ext uri="{C183D7F6-B498-43B3-948B-1728B52AA6E4}">
                <adec:decorative xmlns:adec="http://schemas.microsoft.com/office/drawing/2017/decorative" val="1"/>
              </a:ext>
            </a:extLst>
          </p:cNvPr>
          <p:cNvGrpSpPr/>
          <p:nvPr userDrawn="1"/>
        </p:nvGrpSpPr>
        <p:grpSpPr>
          <a:xfrm>
            <a:off x="3906013" y="2754546"/>
            <a:ext cx="3254399" cy="2828600"/>
            <a:chOff x="4431264" y="2199060"/>
            <a:chExt cx="3363136" cy="2828600"/>
          </a:xfrm>
        </p:grpSpPr>
        <p:cxnSp>
          <p:nvCxnSpPr>
            <p:cNvPr id="21" name="Straight Connector 20">
              <a:extLst>
                <a:ext uri="{FF2B5EF4-FFF2-40B4-BE49-F238E27FC236}">
                  <a16:creationId xmlns:a16="http://schemas.microsoft.com/office/drawing/2014/main" id="{E95E9585-55FC-4C03-8122-DED9B077D9F8}"/>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2403E01-A7A9-4801-84C2-A2B3D9B7F577}"/>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Picture Placeholder 8">
            <a:extLst>
              <a:ext uri="{FF2B5EF4-FFF2-40B4-BE49-F238E27FC236}">
                <a16:creationId xmlns:a16="http://schemas.microsoft.com/office/drawing/2014/main" id="{BDA24073-E1E8-43FF-B135-B2947B97222B}"/>
              </a:ext>
              <a:ext uri="{C183D7F6-B498-43B3-948B-1728B52AA6E4}">
                <adec:decorative xmlns:adec="http://schemas.microsoft.com/office/drawing/2017/decorative" val="1"/>
              </a:ext>
            </a:extLst>
          </p:cNvPr>
          <p:cNvSpPr>
            <a:spLocks noGrp="1"/>
          </p:cNvSpPr>
          <p:nvPr userDrawn="1">
            <p:ph type="pic" sz="quarter" idx="19" hasCustomPrompt="1"/>
          </p:nvPr>
        </p:nvSpPr>
        <p:spPr>
          <a:xfrm>
            <a:off x="5426747"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Picture Placeholder 8">
            <a:extLst>
              <a:ext uri="{FF2B5EF4-FFF2-40B4-BE49-F238E27FC236}">
                <a16:creationId xmlns:a16="http://schemas.microsoft.com/office/drawing/2014/main" id="{DAD1D946-AD65-4E2D-A739-D93BA1AC1DFD}"/>
              </a:ext>
              <a:ext uri="{C183D7F6-B498-43B3-948B-1728B52AA6E4}">
                <adec:decorative xmlns:adec="http://schemas.microsoft.com/office/drawing/2017/decorative" val="1"/>
              </a:ext>
            </a:extLst>
          </p:cNvPr>
          <p:cNvSpPr>
            <a:spLocks noGrp="1"/>
          </p:cNvSpPr>
          <p:nvPr userDrawn="1">
            <p:ph type="pic" sz="quarter" idx="20" hasCustomPrompt="1"/>
          </p:nvPr>
        </p:nvSpPr>
        <p:spPr>
          <a:xfrm>
            <a:off x="4408933"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7" name="Picture Placeholder 8">
            <a:extLst>
              <a:ext uri="{FF2B5EF4-FFF2-40B4-BE49-F238E27FC236}">
                <a16:creationId xmlns:a16="http://schemas.microsoft.com/office/drawing/2014/main" id="{036FD13F-5CDF-4A6F-A890-1F23EA59027F}"/>
              </a:ext>
              <a:ext uri="{C183D7F6-B498-43B3-948B-1728B52AA6E4}">
                <adec:decorative xmlns:adec="http://schemas.microsoft.com/office/drawing/2017/decorative" val="1"/>
              </a:ext>
            </a:extLst>
          </p:cNvPr>
          <p:cNvSpPr>
            <a:spLocks noGrp="1"/>
          </p:cNvSpPr>
          <p:nvPr userDrawn="1">
            <p:ph type="pic" sz="quarter" idx="21" hasCustomPrompt="1"/>
          </p:nvPr>
        </p:nvSpPr>
        <p:spPr>
          <a:xfrm>
            <a:off x="6458832"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cxnSp>
        <p:nvCxnSpPr>
          <p:cNvPr id="36" name="Straight Connector 35">
            <a:extLst>
              <a:ext uri="{FF2B5EF4-FFF2-40B4-BE49-F238E27FC236}">
                <a16:creationId xmlns:a16="http://schemas.microsoft.com/office/drawing/2014/main" id="{4EA974DF-48E5-46E7-9453-8A47028BC514}"/>
              </a:ext>
              <a:ext uri="{C183D7F6-B498-43B3-948B-1728B52AA6E4}">
                <adec:decorative xmlns:adec="http://schemas.microsoft.com/office/drawing/2017/decorative" val="1"/>
              </a:ext>
            </a:extLst>
          </p:cNvPr>
          <p:cNvCxnSpPr>
            <a:cxnSpLocks/>
          </p:cNvCxnSpPr>
          <p:nvPr userDrawn="1"/>
        </p:nvCxnSpPr>
        <p:spPr>
          <a:xfrm flipH="1">
            <a:off x="7036660"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A85692E-DBD5-4FD7-95CA-849C102632D2}"/>
              </a:ext>
              <a:ext uri="{C183D7F6-B498-43B3-948B-1728B52AA6E4}">
                <adec:decorative xmlns:adec="http://schemas.microsoft.com/office/drawing/2017/decorative" val="1"/>
              </a:ext>
            </a:extLst>
          </p:cNvPr>
          <p:cNvCxnSpPr>
            <a:cxnSpLocks/>
          </p:cNvCxnSpPr>
          <p:nvPr userDrawn="1"/>
        </p:nvCxnSpPr>
        <p:spPr>
          <a:xfrm rot="16200000">
            <a:off x="8665325"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606422F5-A2F2-43D5-84EE-F875A28A728B}"/>
              </a:ext>
              <a:ext uri="{C183D7F6-B498-43B3-948B-1728B52AA6E4}">
                <adec:decorative xmlns:adec="http://schemas.microsoft.com/office/drawing/2017/decorative" val="1"/>
              </a:ext>
            </a:extLst>
          </p:cNvPr>
          <p:cNvGrpSpPr/>
          <p:nvPr userDrawn="1"/>
        </p:nvGrpSpPr>
        <p:grpSpPr>
          <a:xfrm>
            <a:off x="7034827" y="2754546"/>
            <a:ext cx="3254399" cy="2828600"/>
            <a:chOff x="4431264" y="2199060"/>
            <a:chExt cx="3363136" cy="2828600"/>
          </a:xfrm>
        </p:grpSpPr>
        <p:cxnSp>
          <p:nvCxnSpPr>
            <p:cNvPr id="39" name="Straight Connector 38">
              <a:extLst>
                <a:ext uri="{FF2B5EF4-FFF2-40B4-BE49-F238E27FC236}">
                  <a16:creationId xmlns:a16="http://schemas.microsoft.com/office/drawing/2014/main" id="{4BDD12EB-7EFD-4370-A7C6-9E57D6A7C6DF}"/>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D1AAC8-713E-418F-B7B4-27B58BDFD77C}"/>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1" name="Picture Placeholder 8">
            <a:extLst>
              <a:ext uri="{FF2B5EF4-FFF2-40B4-BE49-F238E27FC236}">
                <a16:creationId xmlns:a16="http://schemas.microsoft.com/office/drawing/2014/main" id="{DEE070FD-95C9-4396-B429-69E1E14E3273}"/>
              </a:ext>
              <a:ext uri="{C183D7F6-B498-43B3-948B-1728B52AA6E4}">
                <adec:decorative xmlns:adec="http://schemas.microsoft.com/office/drawing/2017/decorative" val="1"/>
              </a:ext>
            </a:extLst>
          </p:cNvPr>
          <p:cNvSpPr>
            <a:spLocks noGrp="1"/>
          </p:cNvSpPr>
          <p:nvPr>
            <p:ph type="pic" sz="quarter" idx="22" hasCustomPrompt="1"/>
          </p:nvPr>
        </p:nvSpPr>
        <p:spPr>
          <a:xfrm>
            <a:off x="8555561"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Picture Placeholder 8">
            <a:extLst>
              <a:ext uri="{FF2B5EF4-FFF2-40B4-BE49-F238E27FC236}">
                <a16:creationId xmlns:a16="http://schemas.microsoft.com/office/drawing/2014/main" id="{5A9E7D40-35C3-4F7D-AAB6-D4168037C92B}"/>
              </a:ext>
              <a:ext uri="{C183D7F6-B498-43B3-948B-1728B52AA6E4}">
                <adec:decorative xmlns:adec="http://schemas.microsoft.com/office/drawing/2017/decorative" val="1"/>
              </a:ext>
            </a:extLst>
          </p:cNvPr>
          <p:cNvSpPr>
            <a:spLocks noGrp="1"/>
          </p:cNvSpPr>
          <p:nvPr>
            <p:ph type="pic" sz="quarter" idx="23" hasCustomPrompt="1"/>
          </p:nvPr>
        </p:nvSpPr>
        <p:spPr>
          <a:xfrm>
            <a:off x="7537747"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3" name="Picture Placeholder 8">
            <a:extLst>
              <a:ext uri="{FF2B5EF4-FFF2-40B4-BE49-F238E27FC236}">
                <a16:creationId xmlns:a16="http://schemas.microsoft.com/office/drawing/2014/main" id="{13CB6343-C37E-4656-A566-EA9A3A1BF01D}"/>
              </a:ext>
              <a:ext uri="{C183D7F6-B498-43B3-948B-1728B52AA6E4}">
                <adec:decorative xmlns:adec="http://schemas.microsoft.com/office/drawing/2017/decorative" val="1"/>
              </a:ext>
            </a:extLst>
          </p:cNvPr>
          <p:cNvSpPr>
            <a:spLocks noGrp="1"/>
          </p:cNvSpPr>
          <p:nvPr>
            <p:ph type="pic" sz="quarter" idx="24" hasCustomPrompt="1"/>
          </p:nvPr>
        </p:nvSpPr>
        <p:spPr>
          <a:xfrm>
            <a:off x="9587646"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4" name="Text Placeholder 7">
            <a:extLst>
              <a:ext uri="{FF2B5EF4-FFF2-40B4-BE49-F238E27FC236}">
                <a16:creationId xmlns:a16="http://schemas.microsoft.com/office/drawing/2014/main" id="{847B0A6E-95FE-4876-8783-F2D69813E0D6}"/>
              </a:ext>
            </a:extLst>
          </p:cNvPr>
          <p:cNvSpPr>
            <a:spLocks noGrp="1"/>
          </p:cNvSpPr>
          <p:nvPr>
            <p:ph type="body" sz="quarter" idx="25" hasCustomPrompt="1"/>
          </p:nvPr>
        </p:nvSpPr>
        <p:spPr>
          <a:xfrm>
            <a:off x="7595850"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5" name="Text Placeholder 7">
            <a:extLst>
              <a:ext uri="{FF2B5EF4-FFF2-40B4-BE49-F238E27FC236}">
                <a16:creationId xmlns:a16="http://schemas.microsoft.com/office/drawing/2014/main" id="{4E9CD2A8-E96D-45CF-B252-F6F8267FF344}"/>
              </a:ext>
            </a:extLst>
          </p:cNvPr>
          <p:cNvSpPr>
            <a:spLocks noGrp="1"/>
          </p:cNvSpPr>
          <p:nvPr>
            <p:ph type="body" sz="quarter" idx="26" hasCustomPrompt="1"/>
          </p:nvPr>
        </p:nvSpPr>
        <p:spPr>
          <a:xfrm>
            <a:off x="6557415"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1AE8BBFE-01C4-4028-9B89-8D3A005A4B89}"/>
              </a:ext>
            </a:extLst>
          </p:cNvPr>
          <p:cNvSpPr>
            <a:spLocks noGrp="1"/>
          </p:cNvSpPr>
          <p:nvPr>
            <p:ph type="body" sz="quarter" idx="27" hasCustomPrompt="1"/>
          </p:nvPr>
        </p:nvSpPr>
        <p:spPr>
          <a:xfrm>
            <a:off x="5564282"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7" name="Text Placeholder 7">
            <a:extLst>
              <a:ext uri="{FF2B5EF4-FFF2-40B4-BE49-F238E27FC236}">
                <a16:creationId xmlns:a16="http://schemas.microsoft.com/office/drawing/2014/main" id="{49C15349-435A-457E-9835-D4345AD3ED9F}"/>
              </a:ext>
            </a:extLst>
          </p:cNvPr>
          <p:cNvSpPr>
            <a:spLocks noGrp="1"/>
          </p:cNvSpPr>
          <p:nvPr>
            <p:ph type="body" sz="quarter" idx="28" hasCustomPrompt="1"/>
          </p:nvPr>
        </p:nvSpPr>
        <p:spPr>
          <a:xfrm>
            <a:off x="10727786"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8" name="Text Placeholder 7">
            <a:extLst>
              <a:ext uri="{FF2B5EF4-FFF2-40B4-BE49-F238E27FC236}">
                <a16:creationId xmlns:a16="http://schemas.microsoft.com/office/drawing/2014/main" id="{06DC437D-C5F6-49FA-8BF0-932297827EA8}"/>
              </a:ext>
            </a:extLst>
          </p:cNvPr>
          <p:cNvSpPr>
            <a:spLocks noGrp="1"/>
          </p:cNvSpPr>
          <p:nvPr>
            <p:ph type="body" sz="quarter" idx="29" hasCustomPrompt="1"/>
          </p:nvPr>
        </p:nvSpPr>
        <p:spPr>
          <a:xfrm>
            <a:off x="9689351"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9DB16E7F-EE86-4AF9-871B-5614FE2D4428}"/>
              </a:ext>
            </a:extLst>
          </p:cNvPr>
          <p:cNvSpPr>
            <a:spLocks noGrp="1"/>
          </p:cNvSpPr>
          <p:nvPr>
            <p:ph type="body" sz="quarter" idx="30" hasCustomPrompt="1"/>
          </p:nvPr>
        </p:nvSpPr>
        <p:spPr>
          <a:xfrm>
            <a:off x="8696218"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Tree>
    <p:extLst>
      <p:ext uri="{BB962C8B-B14F-4D97-AF65-F5344CB8AC3E}">
        <p14:creationId xmlns:p14="http://schemas.microsoft.com/office/powerpoint/2010/main" val="36222131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_Org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960064"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788864"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788864"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46423" y="665228"/>
            <a:ext cx="0" cy="740664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8112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15204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15204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36400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33492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33492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544977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515904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515904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72595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9687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9687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9066634"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775905"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775905"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26095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_Org Chart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596641"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425441"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425441"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112012"/>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0527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28815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469127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65010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8308140"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p:cNvSpPr>
          <p:nvPr>
            <p:ph type="pic" sz="quarter" idx="39" hasCustomPrompt="1"/>
          </p:nvPr>
        </p:nvSpPr>
        <p:spPr>
          <a:xfrm>
            <a:off x="10115251"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8265555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_Org Chart 1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4178095" y="1905000"/>
            <a:ext cx="1255400" cy="1255400"/>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601136" y="2288331"/>
            <a:ext cx="3108959" cy="290097"/>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601136" y="2566041"/>
            <a:ext cx="3108959" cy="221043"/>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670561"/>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noChangeAspect="1"/>
          </p:cNvSpPr>
          <p:nvPr>
            <p:ph type="pic" sz="quarter" idx="21" hasCustomPrompt="1"/>
          </p:nvPr>
        </p:nvSpPr>
        <p:spPr>
          <a:xfrm>
            <a:off x="10984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noChangeAspect="1"/>
          </p:cNvSpPr>
          <p:nvPr>
            <p:ph type="pic" sz="quarter" idx="27" hasCustomPrompt="1"/>
          </p:nvPr>
        </p:nvSpPr>
        <p:spPr>
          <a:xfrm>
            <a:off x="29272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noChangeAspect="1"/>
          </p:cNvSpPr>
          <p:nvPr>
            <p:ph type="pic" sz="quarter" idx="30" hasCustomPrompt="1"/>
          </p:nvPr>
        </p:nvSpPr>
        <p:spPr>
          <a:xfrm>
            <a:off x="473699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noChangeAspect="1"/>
          </p:cNvSpPr>
          <p:nvPr>
            <p:ph type="pic" sz="quarter" idx="33" hasCustomPrompt="1"/>
          </p:nvPr>
        </p:nvSpPr>
        <p:spPr>
          <a:xfrm>
            <a:off x="65467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noChangeAspect="1"/>
          </p:cNvSpPr>
          <p:nvPr>
            <p:ph type="pic" sz="quarter" idx="36" hasCustomPrompt="1"/>
          </p:nvPr>
        </p:nvSpPr>
        <p:spPr>
          <a:xfrm>
            <a:off x="8353860"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noChangeAspect="1"/>
          </p:cNvSpPr>
          <p:nvPr>
            <p:ph type="pic" sz="quarter" idx="39" hasCustomPrompt="1"/>
          </p:nvPr>
        </p:nvSpPr>
        <p:spPr>
          <a:xfrm>
            <a:off x="10160971"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cxnSp>
        <p:nvCxnSpPr>
          <p:cNvPr id="34" name="Straight Connector 33">
            <a:extLst>
              <a:ext uri="{FF2B5EF4-FFF2-40B4-BE49-F238E27FC236}">
                <a16:creationId xmlns:a16="http://schemas.microsoft.com/office/drawing/2014/main" id="{A69BD202-1C38-47A5-8B06-0AADB78AAE08}"/>
              </a:ext>
              <a:ext uri="{C183D7F6-B498-43B3-948B-1728B52AA6E4}">
                <adec:decorative xmlns:adec="http://schemas.microsoft.com/office/drawing/2017/decorative" val="1"/>
              </a:ext>
            </a:extLst>
          </p:cNvPr>
          <p:cNvCxnSpPr>
            <a:cxnSpLocks/>
          </p:cNvCxnSpPr>
          <p:nvPr userDrawn="1"/>
        </p:nvCxnSpPr>
        <p:spPr>
          <a:xfrm rot="16200000">
            <a:off x="6165169" y="2642433"/>
            <a:ext cx="0" cy="556415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Picture Placeholder 8">
            <a:extLst>
              <a:ext uri="{FF2B5EF4-FFF2-40B4-BE49-F238E27FC236}">
                <a16:creationId xmlns:a16="http://schemas.microsoft.com/office/drawing/2014/main" id="{68CF0B9D-069C-46BA-9B77-7BDE114F3E55}"/>
              </a:ext>
              <a:ext uri="{C183D7F6-B498-43B3-948B-1728B52AA6E4}">
                <adec:decorative xmlns:adec="http://schemas.microsoft.com/office/drawing/2017/decorative" val="1"/>
              </a:ext>
            </a:extLst>
          </p:cNvPr>
          <p:cNvSpPr>
            <a:spLocks noGrp="1" noChangeAspect="1"/>
          </p:cNvSpPr>
          <p:nvPr>
            <p:ph type="pic" sz="quarter" idx="45" hasCustomPrompt="1"/>
          </p:nvPr>
        </p:nvSpPr>
        <p:spPr>
          <a:xfrm>
            <a:off x="29272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9" name="Text Placeholder 7">
            <a:extLst>
              <a:ext uri="{FF2B5EF4-FFF2-40B4-BE49-F238E27FC236}">
                <a16:creationId xmlns:a16="http://schemas.microsoft.com/office/drawing/2014/main" id="{6EB5CB55-9BF0-4309-AA93-9540CDA1CE22}"/>
              </a:ext>
            </a:extLst>
          </p:cNvPr>
          <p:cNvSpPr>
            <a:spLocks noGrp="1"/>
          </p:cNvSpPr>
          <p:nvPr>
            <p:ph type="body" sz="quarter" idx="46" hasCustomPrompt="1"/>
          </p:nvPr>
        </p:nvSpPr>
        <p:spPr>
          <a:xfrm>
            <a:off x="25908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0" name="Text Placeholder 7">
            <a:extLst>
              <a:ext uri="{FF2B5EF4-FFF2-40B4-BE49-F238E27FC236}">
                <a16:creationId xmlns:a16="http://schemas.microsoft.com/office/drawing/2014/main" id="{184A6FF6-89E5-41B3-83AD-E1F1AC1C7187}"/>
              </a:ext>
            </a:extLst>
          </p:cNvPr>
          <p:cNvSpPr>
            <a:spLocks noGrp="1"/>
          </p:cNvSpPr>
          <p:nvPr>
            <p:ph type="body" sz="quarter" idx="47" hasCustomPrompt="1"/>
          </p:nvPr>
        </p:nvSpPr>
        <p:spPr>
          <a:xfrm>
            <a:off x="25908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1" name="Picture Placeholder 8">
            <a:extLst>
              <a:ext uri="{FF2B5EF4-FFF2-40B4-BE49-F238E27FC236}">
                <a16:creationId xmlns:a16="http://schemas.microsoft.com/office/drawing/2014/main" id="{65909E03-0C86-44C4-9260-484E8CF6315F}"/>
              </a:ext>
              <a:ext uri="{C183D7F6-B498-43B3-948B-1728B52AA6E4}">
                <adec:decorative xmlns:adec="http://schemas.microsoft.com/office/drawing/2017/decorative" val="1"/>
              </a:ext>
            </a:extLst>
          </p:cNvPr>
          <p:cNvSpPr>
            <a:spLocks noGrp="1" noChangeAspect="1"/>
          </p:cNvSpPr>
          <p:nvPr>
            <p:ph type="pic" sz="quarter" idx="48" hasCustomPrompt="1"/>
          </p:nvPr>
        </p:nvSpPr>
        <p:spPr>
          <a:xfrm>
            <a:off x="473699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Text Placeholder 7">
            <a:extLst>
              <a:ext uri="{FF2B5EF4-FFF2-40B4-BE49-F238E27FC236}">
                <a16:creationId xmlns:a16="http://schemas.microsoft.com/office/drawing/2014/main" id="{0D08C690-4C72-47C4-ADBC-6DBFC463FC37}"/>
              </a:ext>
            </a:extLst>
          </p:cNvPr>
          <p:cNvSpPr>
            <a:spLocks noGrp="1"/>
          </p:cNvSpPr>
          <p:nvPr>
            <p:ph type="body" sz="quarter" idx="49" hasCustomPrompt="1"/>
          </p:nvPr>
        </p:nvSpPr>
        <p:spPr>
          <a:xfrm>
            <a:off x="440055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3" name="Text Placeholder 7">
            <a:extLst>
              <a:ext uri="{FF2B5EF4-FFF2-40B4-BE49-F238E27FC236}">
                <a16:creationId xmlns:a16="http://schemas.microsoft.com/office/drawing/2014/main" id="{FEBB122E-6E5D-4B48-91C0-C6EB8BA3D2D9}"/>
              </a:ext>
            </a:extLst>
          </p:cNvPr>
          <p:cNvSpPr>
            <a:spLocks noGrp="1"/>
          </p:cNvSpPr>
          <p:nvPr>
            <p:ph type="body" sz="quarter" idx="50" hasCustomPrompt="1"/>
          </p:nvPr>
        </p:nvSpPr>
        <p:spPr>
          <a:xfrm>
            <a:off x="440055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4" name="Picture Placeholder 8">
            <a:extLst>
              <a:ext uri="{FF2B5EF4-FFF2-40B4-BE49-F238E27FC236}">
                <a16:creationId xmlns:a16="http://schemas.microsoft.com/office/drawing/2014/main" id="{A968314E-9F6B-4D90-BC2A-C5BB6AC70F5F}"/>
              </a:ext>
              <a:ext uri="{C183D7F6-B498-43B3-948B-1728B52AA6E4}">
                <adec:decorative xmlns:adec="http://schemas.microsoft.com/office/drawing/2017/decorative" val="1"/>
              </a:ext>
            </a:extLst>
          </p:cNvPr>
          <p:cNvSpPr>
            <a:spLocks noGrp="1" noChangeAspect="1"/>
          </p:cNvSpPr>
          <p:nvPr>
            <p:ph type="pic" sz="quarter" idx="51" hasCustomPrompt="1"/>
          </p:nvPr>
        </p:nvSpPr>
        <p:spPr>
          <a:xfrm>
            <a:off x="65467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5" name="Text Placeholder 7">
            <a:extLst>
              <a:ext uri="{FF2B5EF4-FFF2-40B4-BE49-F238E27FC236}">
                <a16:creationId xmlns:a16="http://schemas.microsoft.com/office/drawing/2014/main" id="{98FF5C01-8CE1-475F-A59A-011328494FC8}"/>
              </a:ext>
            </a:extLst>
          </p:cNvPr>
          <p:cNvSpPr>
            <a:spLocks noGrp="1"/>
          </p:cNvSpPr>
          <p:nvPr>
            <p:ph type="body" sz="quarter" idx="52" hasCustomPrompt="1"/>
          </p:nvPr>
        </p:nvSpPr>
        <p:spPr>
          <a:xfrm>
            <a:off x="62103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DC690F93-088F-498C-9B26-2DCE00A1145F}"/>
              </a:ext>
            </a:extLst>
          </p:cNvPr>
          <p:cNvSpPr>
            <a:spLocks noGrp="1"/>
          </p:cNvSpPr>
          <p:nvPr>
            <p:ph type="body" sz="quarter" idx="53" hasCustomPrompt="1"/>
          </p:nvPr>
        </p:nvSpPr>
        <p:spPr>
          <a:xfrm>
            <a:off x="62103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7" name="Picture Placeholder 8">
            <a:extLst>
              <a:ext uri="{FF2B5EF4-FFF2-40B4-BE49-F238E27FC236}">
                <a16:creationId xmlns:a16="http://schemas.microsoft.com/office/drawing/2014/main" id="{1D462CE1-BEE9-45C4-AB54-354D05E69D31}"/>
              </a:ext>
              <a:ext uri="{C183D7F6-B498-43B3-948B-1728B52AA6E4}">
                <adec:decorative xmlns:adec="http://schemas.microsoft.com/office/drawing/2017/decorative" val="1"/>
              </a:ext>
            </a:extLst>
          </p:cNvPr>
          <p:cNvSpPr>
            <a:spLocks noGrp="1" noChangeAspect="1"/>
          </p:cNvSpPr>
          <p:nvPr>
            <p:ph type="pic" sz="quarter" idx="54" hasCustomPrompt="1"/>
          </p:nvPr>
        </p:nvSpPr>
        <p:spPr>
          <a:xfrm>
            <a:off x="8353860"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8" name="Text Placeholder 7">
            <a:extLst>
              <a:ext uri="{FF2B5EF4-FFF2-40B4-BE49-F238E27FC236}">
                <a16:creationId xmlns:a16="http://schemas.microsoft.com/office/drawing/2014/main" id="{9FA2731A-D1B2-4144-8373-12B9313F9BFD}"/>
              </a:ext>
            </a:extLst>
          </p:cNvPr>
          <p:cNvSpPr>
            <a:spLocks noGrp="1"/>
          </p:cNvSpPr>
          <p:nvPr>
            <p:ph type="body" sz="quarter" idx="55" hasCustomPrompt="1"/>
          </p:nvPr>
        </p:nvSpPr>
        <p:spPr>
          <a:xfrm>
            <a:off x="8017411"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F61DF59D-6B27-4EC6-A151-0F9B99DC8051}"/>
              </a:ext>
            </a:extLst>
          </p:cNvPr>
          <p:cNvSpPr>
            <a:spLocks noGrp="1"/>
          </p:cNvSpPr>
          <p:nvPr>
            <p:ph type="body" sz="quarter" idx="56" hasCustomPrompt="1"/>
          </p:nvPr>
        </p:nvSpPr>
        <p:spPr>
          <a:xfrm>
            <a:off x="8017411"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102046214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000524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Blue">
    <p:bg>
      <p:bgPr>
        <a:solidFill>
          <a:schemeClr val="tx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1927057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Orange">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5"/>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5"/>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857058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1575266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tx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40317223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5"/>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9861092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Segue">
    <p:spTree>
      <p:nvGrpSpPr>
        <p:cNvPr id="1" name=""/>
        <p:cNvGrpSpPr/>
        <p:nvPr/>
      </p:nvGrpSpPr>
      <p:grpSpPr>
        <a:xfrm>
          <a:off x="0" y="0"/>
          <a:ext cx="0" cy="0"/>
          <a:chOff x="0" y="0"/>
          <a:chExt cx="0" cy="0"/>
        </a:xfrm>
      </p:grpSpPr>
      <p:sp>
        <p:nvSpPr>
          <p:cNvPr id="25" name="Picture Placeholder 8">
            <a:extLst>
              <a:ext uri="{FF2B5EF4-FFF2-40B4-BE49-F238E27FC236}">
                <a16:creationId xmlns:a16="http://schemas.microsoft.com/office/drawing/2014/main" id="{489EE1C9-68AE-4BDD-B34C-9DE809C4DD0B}"/>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alpha val="84000"/>
            </a:schemeClr>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6" name="Text Placeholder 16">
            <a:extLst>
              <a:ext uri="{FF2B5EF4-FFF2-40B4-BE49-F238E27FC236}">
                <a16:creationId xmlns:a16="http://schemas.microsoft.com/office/drawing/2014/main" id="{9F89ADF8-2320-4EC3-98EA-5CB618A528E6}"/>
              </a:ext>
              <a:ext uri="{C183D7F6-B498-43B3-948B-1728B52AA6E4}">
                <adec:decorative xmlns:adec="http://schemas.microsoft.com/office/drawing/2017/decorative" val="1"/>
              </a:ext>
            </a:extLst>
          </p:cNvPr>
          <p:cNvSpPr>
            <a:spLocks noGrp="1"/>
          </p:cNvSpPr>
          <p:nvPr>
            <p:ph type="body" sz="quarter" idx="12" hasCustomPrompt="1"/>
          </p:nvPr>
        </p:nvSpPr>
        <p:spPr>
          <a:xfrm>
            <a:off x="533400" y="0"/>
            <a:ext cx="6781800" cy="6324600"/>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266825" y="2265916"/>
            <a:ext cx="5314950" cy="3488998"/>
          </a:xfrm>
          <a:noFill/>
        </p:spPr>
        <p:txBody>
          <a:bodyPr anchor="b">
            <a:normAutofit/>
          </a:bodyPr>
          <a:lstStyle>
            <a:lvl1pPr algn="ctr">
              <a:defRPr sz="6000">
                <a:solidFill>
                  <a:schemeClr val="bg1"/>
                </a:solidFill>
              </a:defRPr>
            </a:lvl1pPr>
          </a:lstStyle>
          <a:p>
            <a:r>
              <a:rPr lang="en-US"/>
              <a:t>Click to edit Master title style</a:t>
            </a:r>
            <a:endParaRPr lang="en-GB" dirty="0"/>
          </a:p>
        </p:txBody>
      </p:sp>
      <p:sp>
        <p:nvSpPr>
          <p:cNvPr id="6" name="Slide Number Placeholder 5">
            <a:extLst>
              <a:ext uri="{FF2B5EF4-FFF2-40B4-BE49-F238E27FC236}">
                <a16:creationId xmlns:a16="http://schemas.microsoft.com/office/drawing/2014/main" id="{F074D12B-58A6-47D1-9B2D-697AB265C81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625375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73FC1AA-8591-43A1-9962-1599E1A8AB30}"/>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735482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1"/>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7160B2D8-3756-4781-A8DD-692C3F895981}"/>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11070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5"/>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EEDA9EB-20CE-4EA1-9720-40FBEB45614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5"/>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063650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6"/>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80033509-FE6E-46FC-85C8-B777FBA2F1A5}"/>
              </a:ext>
            </a:extLst>
          </p:cNvPr>
          <p:cNvSpPr>
            <a:spLocks noGrp="1"/>
          </p:cNvSpPr>
          <p:nvPr>
            <p:ph type="sldNum" sz="quarter" idx="4"/>
          </p:nvPr>
        </p:nvSpPr>
        <p:spPr>
          <a:xfrm>
            <a:off x="628788" y="6339840"/>
            <a:ext cx="302281" cy="365760"/>
          </a:xfrm>
          <a:prstGeom prst="rect">
            <a:avLst/>
          </a:prstGeom>
          <a:solidFill>
            <a:schemeClr val="bg1"/>
          </a:solidFill>
          <a:ln>
            <a:solidFill>
              <a:schemeClr val="accent6"/>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438915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losing-Thank you 1">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hasCustomPrompt="1"/>
          </p:nvPr>
        </p:nvSpPr>
        <p:spPr>
          <a:xfrm>
            <a:off x="1378135" y="1219200"/>
            <a:ext cx="7232465" cy="9036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THANK yOU</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3932519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losing-Thank you 2">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16122032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losing-Thank you 3">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26534857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losing-Thank you 4">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933450" y="762000"/>
            <a:ext cx="4381500" cy="34290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0448034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losing-Thank you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1257300" y="1447800"/>
            <a:ext cx="4114800" cy="39624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3255390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548640"/>
            <a:ext cx="11106150"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8640" y="2103120"/>
            <a:ext cx="11106150" cy="422148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24938679"/>
      </p:ext>
    </p:extLst>
  </p:cSld>
  <p:clrMap bg1="lt1" tx1="dk1" bg2="lt2" tx2="dk2" accent1="accent1" accent2="accent2" accent3="accent3" accent4="accent4" accent5="accent5" accent6="accent6" hlink="hlink" folHlink="folHlink"/>
  <p:sldLayoutIdLst>
    <p:sldLayoutId id="2147483955" r:id="rId1"/>
    <p:sldLayoutId id="2147483959" r:id="rId2"/>
    <p:sldLayoutId id="2147483961" r:id="rId3"/>
    <p:sldLayoutId id="2147483962" r:id="rId4"/>
    <p:sldLayoutId id="2147483964" r:id="rId5"/>
    <p:sldLayoutId id="2147483958" r:id="rId6"/>
    <p:sldLayoutId id="2147483963" r:id="rId7"/>
    <p:sldLayoutId id="2147483957" r:id="rId8"/>
    <p:sldLayoutId id="2147483965" r:id="rId9"/>
    <p:sldLayoutId id="2147483966" r:id="rId10"/>
    <p:sldLayoutId id="2147483996" r:id="rId11"/>
    <p:sldLayoutId id="2147483997" r:id="rId12"/>
    <p:sldLayoutId id="2147483998" r:id="rId13"/>
    <p:sldLayoutId id="2147483999" r:id="rId14"/>
    <p:sldLayoutId id="2147484000" r:id="rId15"/>
    <p:sldLayoutId id="2147484001" r:id="rId16"/>
    <p:sldLayoutId id="2147484007" r:id="rId17"/>
    <p:sldLayoutId id="2147483967" r:id="rId18"/>
    <p:sldLayoutId id="2147483968" r:id="rId19"/>
    <p:sldLayoutId id="2147483987" r:id="rId20"/>
    <p:sldLayoutId id="2147483969" r:id="rId21"/>
    <p:sldLayoutId id="2147483970" r:id="rId22"/>
    <p:sldLayoutId id="2147483971" r:id="rId23"/>
    <p:sldLayoutId id="2147483972" r:id="rId24"/>
    <p:sldLayoutId id="2147483973" r:id="rId25"/>
    <p:sldLayoutId id="2147483978" r:id="rId26"/>
    <p:sldLayoutId id="2147483974" r:id="rId27"/>
    <p:sldLayoutId id="2147483975" r:id="rId28"/>
    <p:sldLayoutId id="2147483976" r:id="rId29"/>
    <p:sldLayoutId id="2147483977" r:id="rId30"/>
    <p:sldLayoutId id="2147483988" r:id="rId31"/>
    <p:sldLayoutId id="2147483989" r:id="rId32"/>
    <p:sldLayoutId id="2147483990" r:id="rId33"/>
    <p:sldLayoutId id="2147483991" r:id="rId34"/>
    <p:sldLayoutId id="2147483992" r:id="rId35"/>
    <p:sldLayoutId id="2147483993" r:id="rId36"/>
    <p:sldLayoutId id="2147483995" r:id="rId37"/>
    <p:sldLayoutId id="2147484002" r:id="rId38"/>
    <p:sldLayoutId id="2147484003" r:id="rId39"/>
    <p:sldLayoutId id="2147484004" r:id="rId40"/>
    <p:sldLayoutId id="2147483994" r:id="rId41"/>
    <p:sldLayoutId id="2147484005" r:id="rId42"/>
    <p:sldLayoutId id="2147484006" r:id="rId43"/>
    <p:sldLayoutId id="2147483979" r:id="rId44"/>
    <p:sldLayoutId id="2147483980" r:id="rId45"/>
    <p:sldLayoutId id="2147483981" r:id="rId46"/>
    <p:sldLayoutId id="2147483982" r:id="rId47"/>
    <p:sldLayoutId id="2147483983" r:id="rId48"/>
    <p:sldLayoutId id="2147483984" r:id="rId49"/>
    <p:sldLayoutId id="2147483985" r:id="rId50"/>
    <p:sldLayoutId id="2147483986" r:id="rId51"/>
    <p:sldLayoutId id="2147484008" r:id="rId52"/>
    <p:sldLayoutId id="2147484009" r:id="rId53"/>
    <p:sldLayoutId id="2147484010" r:id="rId54"/>
    <p:sldLayoutId id="2147484011" r:id="rId55"/>
    <p:sldLayoutId id="2147484012" r:id="rId56"/>
  </p:sldLayoutIdLst>
  <p:hf hdr="0" ftr="0" dt="0"/>
  <p:txStyles>
    <p:titleStyle>
      <a:lvl1pPr algn="l" defTabSz="914400" rtl="0" eaLnBrk="1" latinLnBrk="0" hangingPunct="1">
        <a:lnSpc>
          <a:spcPct val="90000"/>
        </a:lnSpc>
        <a:spcBef>
          <a:spcPct val="0"/>
        </a:spcBef>
        <a:buNone/>
        <a:defRPr sz="4200" kern="1200" cap="all" spc="100" baseline="0">
          <a:solidFill>
            <a:schemeClr val="tx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hyperlink" Target="https://towardsai.net/p/deep-learning/convolutional-neural-networks-cnns-tutorial-with-python-417c29f0403f" TargetMode="External"/><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5.xml"/><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5.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2.xml"/><Relationship Id="rId6" Type="http://schemas.openxmlformats.org/officeDocument/2006/relationships/image" Target="../media/image12.png"/><Relationship Id="rId5" Type="http://schemas.openxmlformats.org/officeDocument/2006/relationships/hyperlink" Target="https://towardsai.net/p/machine-learning/best-datasets-for-machine-learning-and-data-science-d80e9f030279" TargetMode="External"/><Relationship Id="rId4" Type="http://schemas.openxmlformats.org/officeDocument/2006/relationships/hyperlink" Target="https://towardsai.net/ai/deep-learning"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9890287-4DB6-4C87-AEAF-17E9594F401B}"/>
              </a:ext>
              <a:ext uri="{C183D7F6-B498-43B3-948B-1728B52AA6E4}">
                <adec:decorative xmlns:adec="http://schemas.microsoft.com/office/drawing/2017/decorative" val="1"/>
              </a:ext>
            </a:extLst>
          </p:cNvPr>
          <p:cNvPicPr>
            <a:picLocks noGrp="1" noChangeAspect="1"/>
          </p:cNvPicPr>
          <p:nvPr>
            <p:ph type="pic" sz="quarter" idx="11"/>
          </p:nvPr>
        </p:nvPicPr>
        <p:blipFill>
          <a:blip r:embed="rId3"/>
          <a:srcRect t="7813" b="7813"/>
          <a:stretch>
            <a:fillRect/>
          </a:stretch>
        </p:blipFill>
        <p:spPr/>
      </p:pic>
      <p:sp>
        <p:nvSpPr>
          <p:cNvPr id="285" name="Text Placeholder 284">
            <a:extLst>
              <a:ext uri="{FF2B5EF4-FFF2-40B4-BE49-F238E27FC236}">
                <a16:creationId xmlns:a16="http://schemas.microsoft.com/office/drawing/2014/main" id="{C0BF9B80-F084-4423-8C1C-E79BE829875F}"/>
              </a:ext>
              <a:ext uri="{C183D7F6-B498-43B3-948B-1728B52AA6E4}">
                <adec:decorative xmlns:adec="http://schemas.microsoft.com/office/drawing/2017/decorative" val="1"/>
              </a:ext>
            </a:extLst>
          </p:cNvPr>
          <p:cNvSpPr>
            <a:spLocks noGrp="1"/>
          </p:cNvSpPr>
          <p:nvPr>
            <p:ph type="body" sz="quarter" idx="13"/>
          </p:nvPr>
        </p:nvSpPr>
        <p:spPr/>
        <p:txBody>
          <a:bodyPr/>
          <a:lstStyle/>
          <a:p>
            <a:endParaRPr lang="en-US" dirty="0"/>
          </a:p>
        </p:txBody>
      </p:sp>
      <p:sp>
        <p:nvSpPr>
          <p:cNvPr id="286" name="Text Placeholder 285">
            <a:extLst>
              <a:ext uri="{FF2B5EF4-FFF2-40B4-BE49-F238E27FC236}">
                <a16:creationId xmlns:a16="http://schemas.microsoft.com/office/drawing/2014/main" id="{9626180B-FF05-48CF-BFB3-C95C9B5DAB99}"/>
              </a:ext>
              <a:ext uri="{C183D7F6-B498-43B3-948B-1728B52AA6E4}">
                <adec:decorative xmlns:adec="http://schemas.microsoft.com/office/drawing/2017/decorative" val="1"/>
              </a:ext>
            </a:extLst>
          </p:cNvPr>
          <p:cNvSpPr>
            <a:spLocks noGrp="1"/>
          </p:cNvSpPr>
          <p:nvPr>
            <p:ph type="body" sz="quarter" idx="15"/>
          </p:nvPr>
        </p:nvSpPr>
        <p:spPr/>
        <p:txBody>
          <a:bodyPr/>
          <a:lstStyle/>
          <a:p>
            <a:endParaRPr lang="en-US" dirty="0"/>
          </a:p>
        </p:txBody>
      </p:sp>
      <p:sp>
        <p:nvSpPr>
          <p:cNvPr id="6" name="Title 5">
            <a:extLst>
              <a:ext uri="{FF2B5EF4-FFF2-40B4-BE49-F238E27FC236}">
                <a16:creationId xmlns:a16="http://schemas.microsoft.com/office/drawing/2014/main" id="{3933031D-018B-489E-B613-2113C1CD2360}"/>
              </a:ext>
            </a:extLst>
          </p:cNvPr>
          <p:cNvSpPr>
            <a:spLocks noGrp="1"/>
          </p:cNvSpPr>
          <p:nvPr>
            <p:ph type="ctrTitle"/>
          </p:nvPr>
        </p:nvSpPr>
        <p:spPr>
          <a:xfrm>
            <a:off x="3266019" y="2204864"/>
            <a:ext cx="5864382" cy="2275238"/>
          </a:xfrm>
        </p:spPr>
        <p:txBody>
          <a:bodyPr/>
          <a:lstStyle/>
          <a:p>
            <a:r>
              <a:rPr lang="en-IN" dirty="0"/>
              <a:t>Denoising Autoencoders</a:t>
            </a:r>
          </a:p>
        </p:txBody>
      </p:sp>
      <p:sp>
        <p:nvSpPr>
          <p:cNvPr id="7" name="Subtitle 6">
            <a:extLst>
              <a:ext uri="{FF2B5EF4-FFF2-40B4-BE49-F238E27FC236}">
                <a16:creationId xmlns:a16="http://schemas.microsoft.com/office/drawing/2014/main" id="{606F8B2E-A7F5-4413-BEED-BFF7C3D9FF78}"/>
              </a:ext>
            </a:extLst>
          </p:cNvPr>
          <p:cNvSpPr>
            <a:spLocks noGrp="1"/>
          </p:cNvSpPr>
          <p:nvPr>
            <p:ph type="subTitle" idx="1"/>
          </p:nvPr>
        </p:nvSpPr>
        <p:spPr>
          <a:xfrm>
            <a:off x="6565265" y="4096850"/>
            <a:ext cx="4072586" cy="2123754"/>
          </a:xfrm>
        </p:spPr>
        <p:txBody>
          <a:bodyPr>
            <a:noAutofit/>
          </a:bodyPr>
          <a:lstStyle/>
          <a:p>
            <a:pPr algn="l">
              <a:lnSpc>
                <a:spcPts val="2850"/>
              </a:lnSpc>
            </a:pPr>
            <a:r>
              <a:rPr lang="en-US" dirty="0">
                <a:latin typeface="+mj-lt"/>
                <a:cs typeface="Times New Roman" panose="02020603050405020304" pitchFamily="18" charset="0"/>
              </a:rPr>
              <a:t>TEAM   14 :</a:t>
            </a:r>
          </a:p>
          <a:p>
            <a:pPr algn="l">
              <a:lnSpc>
                <a:spcPts val="2850"/>
              </a:lnSpc>
            </a:pPr>
            <a:r>
              <a:rPr lang="en-US" dirty="0">
                <a:latin typeface="+mj-lt"/>
                <a:cs typeface="Times New Roman" panose="02020603050405020304" pitchFamily="18" charset="0"/>
              </a:rPr>
              <a:t>MANJULA  -- 22071A3230</a:t>
            </a:r>
          </a:p>
          <a:p>
            <a:pPr algn="l">
              <a:lnSpc>
                <a:spcPts val="2850"/>
              </a:lnSpc>
            </a:pPr>
            <a:r>
              <a:rPr lang="en-US" dirty="0">
                <a:latin typeface="+mj-lt"/>
                <a:cs typeface="Times New Roman" panose="02020603050405020304" pitchFamily="18" charset="0"/>
              </a:rPr>
              <a:t>SAI PRIYA  -- 23075A3203</a:t>
            </a:r>
          </a:p>
          <a:p>
            <a:pPr algn="l">
              <a:lnSpc>
                <a:spcPts val="2850"/>
              </a:lnSpc>
            </a:pPr>
            <a:r>
              <a:rPr lang="en-US" dirty="0">
                <a:latin typeface="+mj-lt"/>
                <a:cs typeface="Times New Roman" panose="02020603050405020304" pitchFamily="18" charset="0"/>
              </a:rPr>
              <a:t>SHIVANI –- 23075A3204</a:t>
            </a:r>
          </a:p>
          <a:p>
            <a:pPr algn="l">
              <a:lnSpc>
                <a:spcPts val="2850"/>
              </a:lnSpc>
            </a:pPr>
            <a:r>
              <a:rPr lang="en-US" dirty="0">
                <a:latin typeface="+mj-lt"/>
                <a:cs typeface="Times New Roman" panose="02020603050405020304" pitchFamily="18" charset="0"/>
              </a:rPr>
              <a:t>DEEPTHI – 23075A3205</a:t>
            </a:r>
          </a:p>
          <a:p>
            <a:endParaRPr lang="en-US" dirty="0">
              <a:latin typeface="+mj-lt"/>
            </a:endParaRPr>
          </a:p>
        </p:txBody>
      </p:sp>
    </p:spTree>
    <p:extLst>
      <p:ext uri="{BB962C8B-B14F-4D97-AF65-F5344CB8AC3E}">
        <p14:creationId xmlns:p14="http://schemas.microsoft.com/office/powerpoint/2010/main" val="3135228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p:txBody>
          <a:bodyPr/>
          <a:lstStyle/>
          <a:p>
            <a:r>
              <a:rPr lang="en-US" dirty="0"/>
              <a:t>Auto-encoders</a:t>
            </a:r>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3"/>
          </p:nvPr>
        </p:nvSpPr>
        <p:spPr/>
        <p:txBody>
          <a:bodyPr/>
          <a:lstStyle/>
          <a:p>
            <a:pPr algn="just"/>
            <a:r>
              <a:rPr lang="en-US" dirty="0"/>
              <a:t>Autoencoders are a type of neural </a:t>
            </a:r>
            <a:r>
              <a:rPr lang="en-US" dirty="0">
                <a:hlinkClick r:id="rId3" tooltip="convolutional neural network"/>
              </a:rPr>
              <a:t>network architecture</a:t>
            </a:r>
            <a:r>
              <a:rPr lang="en-US" dirty="0"/>
              <a:t> that are designed to learn a compact, low-dimensional representation of the input data, called the encoded representation or bottleneck. The main idea behind autoencoders is to use the encoded representation to reconstruct the original input data through a process called decoding. Autoencoders are trained to minimize the difference between the original input and the reconstruction. </a:t>
            </a:r>
          </a:p>
          <a:p>
            <a:pPr algn="just"/>
            <a:r>
              <a:rPr lang="en-US" dirty="0"/>
              <a:t>A denoising autoencoder (DAE) is a type of autoencoder neural </a:t>
            </a:r>
            <a:r>
              <a:rPr lang="en-US" dirty="0">
                <a:hlinkClick r:id="rId3" tooltip="convolutional neural network"/>
              </a:rPr>
              <a:t>network architecture</a:t>
            </a:r>
            <a:r>
              <a:rPr lang="en-US" dirty="0"/>
              <a:t> that is trained to reconstruct the original input from a corrupted or noisy version of </a:t>
            </a:r>
            <a:r>
              <a:rPr lang="en-US" dirty="0" err="1"/>
              <a:t>itAenean</a:t>
            </a:r>
            <a:r>
              <a:rPr lang="en-US" dirty="0"/>
              <a:t> nec lorem. In porttitor. Donec laoreet nonummy augue.</a:t>
            </a:r>
          </a:p>
          <a:p>
            <a:pPr algn="just"/>
            <a:r>
              <a:rPr lang="en-US" dirty="0"/>
              <a:t>Suspendisse dui purus, scelerisque at, vulputate vitae, pretium mattis, nunc. Mauris eget neque at sem venenatis eleifend. Ut nonummy.</a:t>
            </a:r>
          </a:p>
        </p:txBody>
      </p:sp>
      <p:sp>
        <p:nvSpPr>
          <p:cNvPr id="2" name="Text Placeholder 1">
            <a:extLst>
              <a:ext uri="{FF2B5EF4-FFF2-40B4-BE49-F238E27FC236}">
                <a16:creationId xmlns:a16="http://schemas.microsoft.com/office/drawing/2014/main" id="{E4C965B6-7E38-4D37-8DC4-198F7E2181D5}"/>
              </a:ext>
            </a:extLst>
          </p:cNvPr>
          <p:cNvSpPr>
            <a:spLocks noGrp="1"/>
          </p:cNvSpPr>
          <p:nvPr>
            <p:ph type="body" sz="quarter" idx="16"/>
          </p:nvPr>
        </p:nvSpPr>
        <p:spPr/>
        <p:txBody>
          <a:bodyPr/>
          <a:lstStyle/>
          <a:p>
            <a:r>
              <a:rPr lang="en-US" dirty="0"/>
              <a:t>Denoising autoencoder</a:t>
            </a:r>
          </a:p>
        </p:txBody>
      </p:sp>
      <p:sp>
        <p:nvSpPr>
          <p:cNvPr id="3" name="Slide Number Placeholder 2">
            <a:extLst>
              <a:ext uri="{FF2B5EF4-FFF2-40B4-BE49-F238E27FC236}">
                <a16:creationId xmlns:a16="http://schemas.microsoft.com/office/drawing/2014/main" id="{5F44A039-11AB-474F-8746-9A34D1C39C3F}"/>
              </a:ext>
            </a:extLst>
          </p:cNvPr>
          <p:cNvSpPr>
            <a:spLocks noGrp="1"/>
          </p:cNvSpPr>
          <p:nvPr>
            <p:ph type="sldNum" sz="quarter" idx="4"/>
          </p:nvPr>
        </p:nvSpPr>
        <p:spPr/>
        <p:txBody>
          <a:bodyPr/>
          <a:lstStyle/>
          <a:p>
            <a:fld id="{4FAB73BC-B049-4115-A692-8D63A059BFB8}" type="slidenum">
              <a:rPr lang="en-US" smtClean="0"/>
              <a:pPr/>
              <a:t>2</a:t>
            </a:fld>
            <a:endParaRPr lang="en-US" dirty="0"/>
          </a:p>
        </p:txBody>
      </p:sp>
      <p:sp>
        <p:nvSpPr>
          <p:cNvPr id="18" name="Text Placeholder 119">
            <a:extLst>
              <a:ext uri="{FF2B5EF4-FFF2-40B4-BE49-F238E27FC236}">
                <a16:creationId xmlns:a16="http://schemas.microsoft.com/office/drawing/2014/main" id="{6E5B80C5-6B42-4867-88CC-660291DD3F8D}"/>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D2A5B748-37FD-448D-997E-B1D3326587D6}"/>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1074725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02B9606-F9BC-40CD-9467-6348ACE4102C}"/>
              </a:ext>
              <a:ext uri="{C183D7F6-B498-43B3-948B-1728B52AA6E4}">
                <adec:decorative xmlns:adec="http://schemas.microsoft.com/office/drawing/2017/decorative" val="1"/>
              </a:ext>
            </a:extLst>
          </p:cNvPr>
          <p:cNvSpPr>
            <a:spLocks noGrp="1"/>
          </p:cNvSpPr>
          <p:nvPr>
            <p:ph type="body" sz="quarter" idx="13"/>
          </p:nvPr>
        </p:nvSpPr>
        <p:spPr/>
        <p:txBody>
          <a:bodyPr/>
          <a:lstStyle/>
          <a:p>
            <a:endParaRPr lang="en-US" dirty="0"/>
          </a:p>
        </p:txBody>
      </p:sp>
      <p:sp>
        <p:nvSpPr>
          <p:cNvPr id="15" name="Text Placeholder 14">
            <a:extLst>
              <a:ext uri="{FF2B5EF4-FFF2-40B4-BE49-F238E27FC236}">
                <a16:creationId xmlns:a16="http://schemas.microsoft.com/office/drawing/2014/main" id="{A682397A-D234-4487-8E63-23B79C769633}"/>
              </a:ext>
              <a:ext uri="{C183D7F6-B498-43B3-948B-1728B52AA6E4}">
                <adec:decorative xmlns:adec="http://schemas.microsoft.com/office/drawing/2017/decorative" val="1"/>
              </a:ext>
            </a:extLst>
          </p:cNvPr>
          <p:cNvSpPr>
            <a:spLocks noGrp="1"/>
          </p:cNvSpPr>
          <p:nvPr>
            <p:ph type="body" sz="quarter" idx="22"/>
          </p:nvPr>
        </p:nvSpPr>
        <p:spPr/>
        <p:txBody>
          <a:bodyPr/>
          <a:lstStyle/>
          <a:p>
            <a:endParaRPr lang="en-US" dirty="0"/>
          </a:p>
        </p:txBody>
      </p:sp>
      <p:sp>
        <p:nvSpPr>
          <p:cNvPr id="16" name="Text Placeholder 15">
            <a:extLst>
              <a:ext uri="{FF2B5EF4-FFF2-40B4-BE49-F238E27FC236}">
                <a16:creationId xmlns:a16="http://schemas.microsoft.com/office/drawing/2014/main" id="{CF8FCB52-DD55-48F6-9F4A-D2A0F6586E95}"/>
              </a:ext>
              <a:ext uri="{C183D7F6-B498-43B3-948B-1728B52AA6E4}">
                <adec:decorative xmlns:adec="http://schemas.microsoft.com/office/drawing/2017/decorative" val="1"/>
              </a:ext>
            </a:extLst>
          </p:cNvPr>
          <p:cNvSpPr>
            <a:spLocks noGrp="1"/>
          </p:cNvSpPr>
          <p:nvPr>
            <p:ph type="body" sz="quarter" idx="23"/>
          </p:nvPr>
        </p:nvSpPr>
        <p:spPr/>
        <p:txBody>
          <a:bodyPr/>
          <a:lstStyle/>
          <a:p>
            <a:endParaRPr lang="en-US" dirty="0"/>
          </a:p>
        </p:txBody>
      </p:sp>
      <p:sp>
        <p:nvSpPr>
          <p:cNvPr id="4" name="TextBox 3">
            <a:extLst>
              <a:ext uri="{FF2B5EF4-FFF2-40B4-BE49-F238E27FC236}">
                <a16:creationId xmlns:a16="http://schemas.microsoft.com/office/drawing/2014/main" id="{A028CC41-DD47-92D5-D997-D614A26D6980}"/>
              </a:ext>
            </a:extLst>
          </p:cNvPr>
          <p:cNvSpPr txBox="1"/>
          <p:nvPr/>
        </p:nvSpPr>
        <p:spPr>
          <a:xfrm>
            <a:off x="713384" y="2083330"/>
            <a:ext cx="10585176" cy="3139321"/>
          </a:xfrm>
          <a:prstGeom prst="rect">
            <a:avLst/>
          </a:prstGeom>
          <a:noFill/>
        </p:spPr>
        <p:txBody>
          <a:bodyPr wrap="square" rtlCol="0">
            <a:spAutoFit/>
          </a:bodyPr>
          <a:lstStyle/>
          <a:p>
            <a:pPr marL="285750" indent="-285750" algn="just">
              <a:buFont typeface="Arial" panose="020B0604020202020204" pitchFamily="34" charset="0"/>
              <a:buChar char="•"/>
            </a:pPr>
            <a:r>
              <a:rPr lang="en-US" dirty="0">
                <a:solidFill>
                  <a:schemeClr val="bg1"/>
                </a:solidFill>
              </a:rPr>
              <a:t>Input data is corrupted by adding noise to it. The noise can be added in different ways, such as masking out a certain percentage of the input’s pixels, or adding Gaussian noise.</a:t>
            </a:r>
          </a:p>
          <a:p>
            <a:pPr marL="285750" indent="-285750" algn="just">
              <a:buFont typeface="Arial" panose="020B0604020202020204" pitchFamily="34" charset="0"/>
              <a:buChar char="•"/>
            </a:pPr>
            <a:r>
              <a:rPr lang="en-US" dirty="0">
                <a:solidFill>
                  <a:schemeClr val="bg1"/>
                </a:solidFill>
              </a:rPr>
              <a:t>The corrupted input is passed through the encoder network, which maps the input data to a lower-dimensional encoded representation.</a:t>
            </a:r>
          </a:p>
          <a:p>
            <a:pPr marL="285750" indent="-285750" algn="just">
              <a:buFont typeface="Arial" panose="020B0604020202020204" pitchFamily="34" charset="0"/>
              <a:buChar char="•"/>
            </a:pPr>
            <a:r>
              <a:rPr lang="en-US" dirty="0">
                <a:solidFill>
                  <a:schemeClr val="bg1"/>
                </a:solidFill>
              </a:rPr>
              <a:t>The encoded representation is passed through the decoder network, which generates a reconstruction of the original, noise-free input.</a:t>
            </a:r>
          </a:p>
          <a:p>
            <a:pPr marL="285750" indent="-285750" algn="just">
              <a:buFont typeface="Arial" panose="020B0604020202020204" pitchFamily="34" charset="0"/>
              <a:buChar char="•"/>
            </a:pPr>
            <a:r>
              <a:rPr lang="en-US" dirty="0">
                <a:solidFill>
                  <a:schemeClr val="bg1"/>
                </a:solidFill>
              </a:rPr>
              <a:t>The reconstruction is compared to the original input, and the difference is used to calculate the reconstruction error. The reconstruction error is used as the loss function to update the weights of the encoder and decoder networks.</a:t>
            </a:r>
          </a:p>
          <a:p>
            <a:pPr marL="285750" indent="-285750" algn="just">
              <a:buFont typeface="Arial" panose="020B0604020202020204" pitchFamily="34" charset="0"/>
              <a:buChar char="•"/>
            </a:pPr>
            <a:r>
              <a:rPr lang="en-US" dirty="0">
                <a:solidFill>
                  <a:schemeClr val="bg1"/>
                </a:solidFill>
              </a:rPr>
              <a:t>The process is repeated for multiple iterations, and the weights of the encoder and decoder networks are updated in order to minimize the reconstruction error.</a:t>
            </a:r>
          </a:p>
        </p:txBody>
      </p:sp>
      <p:sp>
        <p:nvSpPr>
          <p:cNvPr id="5" name="TextBox 4">
            <a:extLst>
              <a:ext uri="{FF2B5EF4-FFF2-40B4-BE49-F238E27FC236}">
                <a16:creationId xmlns:a16="http://schemas.microsoft.com/office/drawing/2014/main" id="{2DF408EB-B31C-74A2-8E2A-D63361AD3220}"/>
              </a:ext>
            </a:extLst>
          </p:cNvPr>
          <p:cNvSpPr txBox="1"/>
          <p:nvPr/>
        </p:nvSpPr>
        <p:spPr>
          <a:xfrm>
            <a:off x="839416" y="773575"/>
            <a:ext cx="6048672" cy="861774"/>
          </a:xfrm>
          <a:prstGeom prst="rect">
            <a:avLst/>
          </a:prstGeom>
          <a:noFill/>
        </p:spPr>
        <p:txBody>
          <a:bodyPr wrap="square" rtlCol="0">
            <a:spAutoFit/>
          </a:bodyPr>
          <a:lstStyle/>
          <a:p>
            <a:r>
              <a:rPr lang="en-US" sz="5000" b="1" dirty="0">
                <a:solidFill>
                  <a:schemeClr val="bg1"/>
                </a:solidFill>
              </a:rPr>
              <a:t>Training Process</a:t>
            </a:r>
            <a:endParaRPr lang="en-IN" sz="5000" b="1" dirty="0">
              <a:solidFill>
                <a:schemeClr val="bg1"/>
              </a:solidFill>
            </a:endParaRPr>
          </a:p>
        </p:txBody>
      </p:sp>
    </p:spTree>
    <p:extLst>
      <p:ext uri="{BB962C8B-B14F-4D97-AF65-F5344CB8AC3E}">
        <p14:creationId xmlns:p14="http://schemas.microsoft.com/office/powerpoint/2010/main" val="3069052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529E53-5D19-CC1B-D7B7-ED817A0C7E06}"/>
              </a:ext>
            </a:extLst>
          </p:cNvPr>
          <p:cNvPicPr>
            <a:picLocks noChangeAspect="1"/>
          </p:cNvPicPr>
          <p:nvPr/>
        </p:nvPicPr>
        <p:blipFill>
          <a:blip r:embed="rId3"/>
          <a:stretch>
            <a:fillRect/>
          </a:stretch>
        </p:blipFill>
        <p:spPr>
          <a:xfrm>
            <a:off x="-25524" y="234757"/>
            <a:ext cx="12217524" cy="3448531"/>
          </a:xfrm>
          <a:prstGeom prst="rect">
            <a:avLst/>
          </a:prstGeom>
        </p:spPr>
      </p:pic>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p:txBody>
          <a:bodyPr>
            <a:normAutofit fontScale="90000"/>
          </a:bodyPr>
          <a:lstStyle/>
          <a:p>
            <a:r>
              <a:rPr lang="en-US" dirty="0"/>
              <a:t>Removes noise and restores clean, meaningful data representations for robust learning.</a:t>
            </a:r>
          </a:p>
        </p:txBody>
      </p:sp>
      <p:sp>
        <p:nvSpPr>
          <p:cNvPr id="34" name="Text Placeholder 33">
            <a:extLst>
              <a:ext uri="{FF2B5EF4-FFF2-40B4-BE49-F238E27FC236}">
                <a16:creationId xmlns:a16="http://schemas.microsoft.com/office/drawing/2014/main" id="{29455ACD-CCC6-4BEC-AA79-DC1C69D087DF}"/>
              </a:ext>
              <a:ext uri="{C183D7F6-B498-43B3-948B-1728B52AA6E4}">
                <adec:decorative xmlns:adec="http://schemas.microsoft.com/office/drawing/2017/decorative" val="1"/>
              </a:ext>
            </a:extLst>
          </p:cNvPr>
          <p:cNvSpPr>
            <a:spLocks noGrp="1"/>
          </p:cNvSpPr>
          <p:nvPr>
            <p:ph type="body" sz="quarter" idx="20"/>
          </p:nvPr>
        </p:nvSpPr>
        <p:spPr>
          <a:xfrm>
            <a:off x="8616280" y="3535000"/>
            <a:ext cx="3213593" cy="3088243"/>
          </a:xfrm>
        </p:spPr>
        <p:txBody>
          <a:bodyPr/>
          <a:lstStyle/>
          <a:p>
            <a:endParaRPr lang="en-US" dirty="0"/>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9"/>
          </p:nvPr>
        </p:nvSpPr>
        <p:spPr>
          <a:xfrm>
            <a:off x="8592617" y="3683288"/>
            <a:ext cx="3050440" cy="2656552"/>
          </a:xfrm>
        </p:spPr>
        <p:txBody>
          <a:bodyPr>
            <a:normAutofit fontScale="92500" lnSpcReduction="10000"/>
          </a:bodyPr>
          <a:lstStyle/>
          <a:p>
            <a:r>
              <a:rPr lang="en-IN" dirty="0"/>
              <a:t>Hyperparameters of DAE’s</a:t>
            </a:r>
          </a:p>
          <a:p>
            <a:pPr marL="342900" indent="-342900">
              <a:buFont typeface="Arial" panose="020B0604020202020204" pitchFamily="34" charset="0"/>
              <a:buChar char="•"/>
            </a:pPr>
            <a:r>
              <a:rPr lang="en-IN" sz="2400" dirty="0">
                <a:solidFill>
                  <a:schemeClr val="tx1"/>
                </a:solidFill>
              </a:rPr>
              <a:t>Activation function</a:t>
            </a:r>
          </a:p>
          <a:p>
            <a:pPr marL="342900" indent="-342900">
              <a:buFont typeface="Arial" panose="020B0604020202020204" pitchFamily="34" charset="0"/>
              <a:buChar char="•"/>
            </a:pPr>
            <a:r>
              <a:rPr lang="en-IN" sz="2400" dirty="0">
                <a:solidFill>
                  <a:schemeClr val="tx1"/>
                </a:solidFill>
              </a:rPr>
              <a:t>Batch size</a:t>
            </a:r>
          </a:p>
          <a:p>
            <a:pPr marL="342900" indent="-342900">
              <a:buFont typeface="Arial" panose="020B0604020202020204" pitchFamily="34" charset="0"/>
              <a:buChar char="•"/>
            </a:pPr>
            <a:r>
              <a:rPr lang="en-IN" sz="2400" dirty="0">
                <a:solidFill>
                  <a:schemeClr val="tx1"/>
                </a:solidFill>
              </a:rPr>
              <a:t>Noise level</a:t>
            </a:r>
          </a:p>
          <a:p>
            <a:pPr marL="342900" indent="-342900">
              <a:buFont typeface="Arial" panose="020B0604020202020204" pitchFamily="34" charset="0"/>
              <a:buChar char="•"/>
            </a:pPr>
            <a:r>
              <a:rPr lang="en-IN" sz="2400" dirty="0">
                <a:solidFill>
                  <a:schemeClr val="tx1"/>
                </a:solidFill>
              </a:rPr>
              <a:t>Learning rate:</a:t>
            </a:r>
          </a:p>
          <a:p>
            <a:pPr marL="342900" indent="-342900">
              <a:buFont typeface="Arial" panose="020B0604020202020204" pitchFamily="34" charset="0"/>
              <a:buChar char="•"/>
            </a:pPr>
            <a:r>
              <a:rPr lang="en-IN" sz="2400" dirty="0">
                <a:solidFill>
                  <a:schemeClr val="tx1"/>
                </a:solidFill>
              </a:rPr>
              <a:t>Number of neurons</a:t>
            </a:r>
          </a:p>
          <a:p>
            <a:endParaRPr lang="en-IN" sz="2000" dirty="0"/>
          </a:p>
        </p:txBody>
      </p:sp>
      <p:pic>
        <p:nvPicPr>
          <p:cNvPr id="39" name="Picture Placeholder 38">
            <a:extLst>
              <a:ext uri="{FF2B5EF4-FFF2-40B4-BE49-F238E27FC236}">
                <a16:creationId xmlns:a16="http://schemas.microsoft.com/office/drawing/2014/main" id="{D15B262E-3234-4E0C-A890-B69314333FD8}"/>
              </a:ext>
              <a:ext uri="{C183D7F6-B498-43B3-948B-1728B52AA6E4}">
                <adec:decorative xmlns:adec="http://schemas.microsoft.com/office/drawing/2017/decorative" val="1"/>
              </a:ext>
            </a:extLst>
          </p:cNvPr>
          <p:cNvPicPr>
            <a:picLocks noGrp="1" noChangeAspect="1"/>
          </p:cNvPicPr>
          <p:nvPr>
            <p:ph type="pic" sz="quarter" idx="21"/>
          </p:nvPr>
        </p:nvPicPr>
        <p:blipFill>
          <a:blip r:embed="rId4">
            <a:extLst>
              <a:ext uri="{96DAC541-7B7A-43D3-8B79-37D633B846F1}">
                <asvg:svgBlip xmlns:asvg="http://schemas.microsoft.com/office/drawing/2016/SVG/main" r:embed="rId5"/>
              </a:ext>
            </a:extLst>
          </a:blip>
          <a:srcRect l="853" r="853"/>
          <a:stretch>
            <a:fillRect/>
          </a:stretch>
        </p:blipFill>
        <p:spPr/>
      </p:pic>
      <p:sp>
        <p:nvSpPr>
          <p:cNvPr id="2" name="Slide Number Placeholder 1">
            <a:extLst>
              <a:ext uri="{FF2B5EF4-FFF2-40B4-BE49-F238E27FC236}">
                <a16:creationId xmlns:a16="http://schemas.microsoft.com/office/drawing/2014/main" id="{7A6C6147-EB04-429F-9D41-52F18DE2322C}"/>
              </a:ext>
            </a:extLst>
          </p:cNvPr>
          <p:cNvSpPr>
            <a:spLocks noGrp="1"/>
          </p:cNvSpPr>
          <p:nvPr>
            <p:ph type="sldNum" sz="quarter" idx="4"/>
          </p:nvPr>
        </p:nvSpPr>
        <p:spPr/>
        <p:txBody>
          <a:bodyPr/>
          <a:lstStyle/>
          <a:p>
            <a:fld id="{4FAB73BC-B049-4115-A692-8D63A059BFB8}" type="slidenum">
              <a:rPr lang="en-US" smtClean="0"/>
              <a:pPr/>
              <a:t>4</a:t>
            </a:fld>
            <a:endParaRPr lang="en-US" dirty="0"/>
          </a:p>
        </p:txBody>
      </p:sp>
      <p:sp>
        <p:nvSpPr>
          <p:cNvPr id="32" name="Text Placeholder 119">
            <a:extLst>
              <a:ext uri="{FF2B5EF4-FFF2-40B4-BE49-F238E27FC236}">
                <a16:creationId xmlns:a16="http://schemas.microsoft.com/office/drawing/2014/main" id="{D9043C6D-0761-489D-8401-7F976D80BA59}"/>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sp>
        <p:nvSpPr>
          <p:cNvPr id="40" name="Freeform: Shape 39">
            <a:extLst>
              <a:ext uri="{FF2B5EF4-FFF2-40B4-BE49-F238E27FC236}">
                <a16:creationId xmlns:a16="http://schemas.microsoft.com/office/drawing/2014/main" id="{CD5E95B5-674E-4A3A-A7C5-83CFC41142E0}"/>
              </a:ext>
              <a:ext uri="{C183D7F6-B498-43B3-948B-1728B52AA6E4}">
                <adec:decorative xmlns:adec="http://schemas.microsoft.com/office/drawing/2017/decorative" val="1"/>
              </a:ext>
            </a:extLst>
          </p:cNvPr>
          <p:cNvSpPr/>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56204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p:txBody>
          <a:bodyPr>
            <a:normAutofit fontScale="90000"/>
          </a:bodyPr>
          <a:lstStyle/>
          <a:p>
            <a:r>
              <a:rPr lang="en-IN" dirty="0"/>
              <a:t>Architecture of DAE</a:t>
            </a:r>
            <a:br>
              <a:rPr lang="en-IN" dirty="0"/>
            </a:br>
            <a:br>
              <a:rPr lang="en-IN" dirty="0"/>
            </a:br>
            <a:endParaRPr lang="en-US" dirty="0"/>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3"/>
          </p:nvPr>
        </p:nvSpPr>
        <p:spPr>
          <a:xfrm>
            <a:off x="6528048" y="2932509"/>
            <a:ext cx="4312844" cy="914490"/>
          </a:xfrm>
        </p:spPr>
        <p:txBody>
          <a:bodyPr/>
          <a:lstStyle/>
          <a:p>
            <a:pPr algn="just"/>
            <a:r>
              <a:rPr lang="en-US" dirty="0"/>
              <a:t>The encoder network in a denoising autoencoder (DAE) maps the input data to a lower-dimensional encoded representation. The architecture of the encoder network can vary depending on the specific application and the type of input data.</a:t>
            </a:r>
          </a:p>
        </p:txBody>
      </p:sp>
      <p:sp>
        <p:nvSpPr>
          <p:cNvPr id="24" name="Text Placeholder 23">
            <a:extLst>
              <a:ext uri="{FF2B5EF4-FFF2-40B4-BE49-F238E27FC236}">
                <a16:creationId xmlns:a16="http://schemas.microsoft.com/office/drawing/2014/main" id="{2BE63BA8-EAF4-4B88-8D23-BEF6AA60CC23}"/>
              </a:ext>
            </a:extLst>
          </p:cNvPr>
          <p:cNvSpPr>
            <a:spLocks noGrp="1"/>
          </p:cNvSpPr>
          <p:nvPr>
            <p:ph type="body" sz="quarter" idx="16"/>
          </p:nvPr>
        </p:nvSpPr>
        <p:spPr>
          <a:xfrm>
            <a:off x="195500" y="2932509"/>
            <a:ext cx="4937760" cy="424732"/>
          </a:xfrm>
        </p:spPr>
        <p:txBody>
          <a:bodyPr/>
          <a:lstStyle/>
          <a:p>
            <a:r>
              <a:rPr lang="en-US" dirty="0"/>
              <a:t>Encoder Network</a:t>
            </a:r>
          </a:p>
        </p:txBody>
      </p:sp>
      <p:pic>
        <p:nvPicPr>
          <p:cNvPr id="85" name="Picture Placeholder 84">
            <a:extLst>
              <a:ext uri="{FF2B5EF4-FFF2-40B4-BE49-F238E27FC236}">
                <a16:creationId xmlns:a16="http://schemas.microsoft.com/office/drawing/2014/main" id="{F738FFEE-D221-419F-9925-DFE3C2A81E5D}"/>
              </a:ext>
              <a:ext uri="{C183D7F6-B498-43B3-948B-1728B52AA6E4}">
                <adec:decorative xmlns:adec="http://schemas.microsoft.com/office/drawing/2017/decorative" val="1"/>
              </a:ext>
            </a:extLst>
          </p:cNvPr>
          <p:cNvPicPr>
            <a:picLocks noGrp="1" noChangeAspect="1"/>
          </p:cNvPicPr>
          <p:nvPr>
            <p:ph type="pic" sz="quarter" idx="21"/>
          </p:nvPr>
        </p:nvPicPr>
        <p:blipFill rotWithShape="1">
          <a:blip r:embed="rId3">
            <a:extLst>
              <a:ext uri="{96DAC541-7B7A-43D3-8B79-37D633B846F1}">
                <asvg:svgBlip xmlns:asvg="http://schemas.microsoft.com/office/drawing/2016/SVG/main" r:embed="rId4"/>
              </a:ext>
            </a:extLst>
          </a:blip>
          <a:srcRect l="-28275" t="-29639" r="-28275" b="-29639"/>
          <a:stretch/>
        </p:blipFill>
        <p:spPr>
          <a:xfrm>
            <a:off x="5133260" y="2833200"/>
            <a:ext cx="1094116" cy="1113108"/>
          </a:xfrm>
        </p:spPr>
      </p:pic>
      <p:sp>
        <p:nvSpPr>
          <p:cNvPr id="23" name="Content Placeholder 22">
            <a:extLst>
              <a:ext uri="{FF2B5EF4-FFF2-40B4-BE49-F238E27FC236}">
                <a16:creationId xmlns:a16="http://schemas.microsoft.com/office/drawing/2014/main" id="{2F8BDB9A-6E49-4052-924A-83FDD2B0A487}"/>
              </a:ext>
            </a:extLst>
          </p:cNvPr>
          <p:cNvSpPr>
            <a:spLocks noGrp="1"/>
          </p:cNvSpPr>
          <p:nvPr>
            <p:ph sz="quarter" idx="22"/>
          </p:nvPr>
        </p:nvSpPr>
        <p:spPr>
          <a:xfrm>
            <a:off x="5447966" y="4473463"/>
            <a:ext cx="5392925" cy="914490"/>
          </a:xfrm>
        </p:spPr>
        <p:txBody>
          <a:bodyPr/>
          <a:lstStyle/>
          <a:p>
            <a:pPr algn="just"/>
            <a:r>
              <a:rPr lang="en-US" dirty="0"/>
              <a:t>The decoder network in a denoising autoencoder (DAE) maps the encoded representation back to the original input space, in order to reconstruct the original input from the noisy version of it. The architecture of the decoder network is typically the mirror of the encoder network, with the layers arranged in reverse order.</a:t>
            </a:r>
          </a:p>
        </p:txBody>
      </p:sp>
      <p:sp>
        <p:nvSpPr>
          <p:cNvPr id="25" name="Text Placeholder 24">
            <a:extLst>
              <a:ext uri="{FF2B5EF4-FFF2-40B4-BE49-F238E27FC236}">
                <a16:creationId xmlns:a16="http://schemas.microsoft.com/office/drawing/2014/main" id="{34818BA8-E954-4497-B8B9-B67D92F6032D}"/>
              </a:ext>
            </a:extLst>
          </p:cNvPr>
          <p:cNvSpPr>
            <a:spLocks noGrp="1"/>
          </p:cNvSpPr>
          <p:nvPr>
            <p:ph type="body" sz="quarter" idx="23"/>
          </p:nvPr>
        </p:nvSpPr>
        <p:spPr>
          <a:xfrm>
            <a:off x="127982" y="4565215"/>
            <a:ext cx="4023360" cy="424732"/>
          </a:xfrm>
        </p:spPr>
        <p:txBody>
          <a:bodyPr/>
          <a:lstStyle/>
          <a:p>
            <a:r>
              <a:rPr lang="en-US" dirty="0"/>
              <a:t>Decoder Network</a:t>
            </a:r>
          </a:p>
        </p:txBody>
      </p:sp>
      <p:pic>
        <p:nvPicPr>
          <p:cNvPr id="87" name="Picture Placeholder 86">
            <a:extLst>
              <a:ext uri="{FF2B5EF4-FFF2-40B4-BE49-F238E27FC236}">
                <a16:creationId xmlns:a16="http://schemas.microsoft.com/office/drawing/2014/main" id="{BA712089-DDBF-4741-BA71-63A6F987EA72}"/>
              </a:ext>
              <a:ext uri="{C183D7F6-B498-43B3-948B-1728B52AA6E4}">
                <adec:decorative xmlns:adec="http://schemas.microsoft.com/office/drawing/2017/decorative" val="1"/>
              </a:ext>
            </a:extLst>
          </p:cNvPr>
          <p:cNvPicPr>
            <a:picLocks noGrp="1" noChangeAspect="1"/>
          </p:cNvPicPr>
          <p:nvPr>
            <p:ph type="pic" sz="quarter" idx="24"/>
          </p:nvPr>
        </p:nvPicPr>
        <p:blipFill rotWithShape="1">
          <a:blip r:embed="rId5">
            <a:extLst>
              <a:ext uri="{96DAC541-7B7A-43D3-8B79-37D633B846F1}">
                <asvg:svgBlip xmlns:asvg="http://schemas.microsoft.com/office/drawing/2016/SVG/main" r:embed="rId6"/>
              </a:ext>
            </a:extLst>
          </a:blip>
          <a:srcRect l="-24968" t="-26383" r="-24968" b="-26383"/>
          <a:stretch/>
        </p:blipFill>
        <p:spPr>
          <a:xfrm>
            <a:off x="4151342" y="4400018"/>
            <a:ext cx="1094116" cy="1113108"/>
          </a:xfrm>
        </p:spPr>
      </p:pic>
      <p:sp>
        <p:nvSpPr>
          <p:cNvPr id="3" name="Slide Number Placeholder 2">
            <a:extLst>
              <a:ext uri="{FF2B5EF4-FFF2-40B4-BE49-F238E27FC236}">
                <a16:creationId xmlns:a16="http://schemas.microsoft.com/office/drawing/2014/main" id="{1B0F4F9B-7D29-4BED-87FB-3F3D1724712B}"/>
              </a:ext>
            </a:extLst>
          </p:cNvPr>
          <p:cNvSpPr>
            <a:spLocks noGrp="1"/>
          </p:cNvSpPr>
          <p:nvPr>
            <p:ph type="sldNum" sz="quarter" idx="4"/>
          </p:nvPr>
        </p:nvSpPr>
        <p:spPr/>
        <p:txBody>
          <a:bodyPr/>
          <a:lstStyle/>
          <a:p>
            <a:fld id="{4FAB73BC-B049-4115-A692-8D63A059BFB8}" type="slidenum">
              <a:rPr lang="en-US" smtClean="0"/>
              <a:pPr/>
              <a:t>5</a:t>
            </a:fld>
            <a:endParaRPr lang="en-US" dirty="0"/>
          </a:p>
        </p:txBody>
      </p:sp>
      <p:sp>
        <p:nvSpPr>
          <p:cNvPr id="29" name="Text Placeholder 119">
            <a:extLst>
              <a:ext uri="{FF2B5EF4-FFF2-40B4-BE49-F238E27FC236}">
                <a16:creationId xmlns:a16="http://schemas.microsoft.com/office/drawing/2014/main" id="{4DE3975B-F441-486B-9317-C176CC96BC6F}"/>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cxnSp>
        <p:nvCxnSpPr>
          <p:cNvPr id="38" name="Straight Connector 37">
            <a:extLst>
              <a:ext uri="{FF2B5EF4-FFF2-40B4-BE49-F238E27FC236}">
                <a16:creationId xmlns:a16="http://schemas.microsoft.com/office/drawing/2014/main" id="{66F01420-E00A-46BC-9AE5-EDE89E81F291}"/>
              </a:ext>
              <a:ext uri="{C183D7F6-B498-43B3-948B-1728B52AA6E4}">
                <adec:decorative xmlns:adec="http://schemas.microsoft.com/office/drawing/2017/decorative" val="1"/>
              </a:ext>
            </a:extLst>
          </p:cNvPr>
          <p:cNvCxnSpPr/>
          <p:nvPr/>
        </p:nvCxnSpPr>
        <p:spPr>
          <a:xfrm>
            <a:off x="693060" y="3418888"/>
            <a:ext cx="4389120" cy="0"/>
          </a:xfrm>
          <a:prstGeom prst="line">
            <a:avLst/>
          </a:prstGeom>
          <a:ln w="19050"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D210877-354A-400E-B4FF-A1264FC8AB56}"/>
              </a:ext>
              <a:ext uri="{C183D7F6-B498-43B3-948B-1728B52AA6E4}">
                <adec:decorative xmlns:adec="http://schemas.microsoft.com/office/drawing/2017/decorative" val="1"/>
              </a:ext>
            </a:extLst>
          </p:cNvPr>
          <p:cNvCxnSpPr/>
          <p:nvPr/>
        </p:nvCxnSpPr>
        <p:spPr>
          <a:xfrm>
            <a:off x="950942" y="5013176"/>
            <a:ext cx="3200400" cy="0"/>
          </a:xfrm>
          <a:prstGeom prst="line">
            <a:avLst/>
          </a:prstGeom>
          <a:ln w="19050"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5175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FFBCF731-478B-42B2-B3C6-ECCC3D68E00B}"/>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a:stretch/>
        </p:blipFill>
        <p:spPr>
          <a:xfrm>
            <a:off x="0" y="0"/>
            <a:ext cx="8329286" cy="6858000"/>
          </a:xfrm>
        </p:spPr>
      </p:pic>
      <p:sp>
        <p:nvSpPr>
          <p:cNvPr id="74" name="Text Placeholder 73">
            <a:extLst>
              <a:ext uri="{FF2B5EF4-FFF2-40B4-BE49-F238E27FC236}">
                <a16:creationId xmlns:a16="http://schemas.microsoft.com/office/drawing/2014/main" id="{C20719F7-6849-4C36-ACDB-C1AE2AAC74AD}"/>
              </a:ext>
              <a:ext uri="{C183D7F6-B498-43B3-948B-1728B52AA6E4}">
                <adec:decorative xmlns:adec="http://schemas.microsoft.com/office/drawing/2017/decorative" val="1"/>
              </a:ext>
            </a:extLst>
          </p:cNvPr>
          <p:cNvSpPr>
            <a:spLocks noGrp="1"/>
          </p:cNvSpPr>
          <p:nvPr>
            <p:ph type="body" sz="quarter" idx="12"/>
          </p:nvPr>
        </p:nvSpPr>
        <p:spPr/>
        <p:txBody>
          <a:bodyPr/>
          <a:lstStyle/>
          <a:p>
            <a:endParaRPr lang="en-US" dirty="0"/>
          </a:p>
        </p:txBody>
      </p:sp>
      <p:sp>
        <p:nvSpPr>
          <p:cNvPr id="43" name="Title 42">
            <a:extLst>
              <a:ext uri="{FF2B5EF4-FFF2-40B4-BE49-F238E27FC236}">
                <a16:creationId xmlns:a16="http://schemas.microsoft.com/office/drawing/2014/main" id="{CF39D3B5-ABDB-4DFF-8107-EF97569C9BBE}"/>
              </a:ext>
            </a:extLst>
          </p:cNvPr>
          <p:cNvSpPr>
            <a:spLocks noGrp="1"/>
          </p:cNvSpPr>
          <p:nvPr>
            <p:ph type="ctrTitle"/>
          </p:nvPr>
        </p:nvSpPr>
        <p:spPr>
          <a:xfrm>
            <a:off x="1112962" y="759082"/>
            <a:ext cx="4114800" cy="1981200"/>
          </a:xfrm>
        </p:spPr>
        <p:txBody>
          <a:bodyPr/>
          <a:lstStyle/>
          <a:p>
            <a:r>
              <a:rPr lang="en-IN" b="1" dirty="0"/>
              <a:t>Generative Adversarial Networks</a:t>
            </a:r>
          </a:p>
        </p:txBody>
      </p:sp>
      <p:sp>
        <p:nvSpPr>
          <p:cNvPr id="44" name="Subtitle 43">
            <a:extLst>
              <a:ext uri="{FF2B5EF4-FFF2-40B4-BE49-F238E27FC236}">
                <a16:creationId xmlns:a16="http://schemas.microsoft.com/office/drawing/2014/main" id="{F522C824-2C48-4465-AABE-F46286D9ECD5}"/>
              </a:ext>
            </a:extLst>
          </p:cNvPr>
          <p:cNvSpPr>
            <a:spLocks noGrp="1"/>
          </p:cNvSpPr>
          <p:nvPr>
            <p:ph type="subTitle" idx="1"/>
          </p:nvPr>
        </p:nvSpPr>
        <p:spPr>
          <a:xfrm>
            <a:off x="7392144" y="1137723"/>
            <a:ext cx="4608512" cy="1321598"/>
          </a:xfrm>
        </p:spPr>
        <p:txBody>
          <a:bodyPr/>
          <a:lstStyle/>
          <a:p>
            <a:pPr algn="just"/>
            <a:r>
              <a:rPr lang="en-US" dirty="0"/>
              <a:t>a component of </a:t>
            </a:r>
            <a:r>
              <a:rPr lang="en-US" dirty="0">
                <a:hlinkClick r:id="rId4" tooltip="deep learning"/>
              </a:rPr>
              <a:t>deep learning</a:t>
            </a:r>
            <a:r>
              <a:rPr lang="en-US" dirty="0"/>
              <a:t> models used for generative tasks, create virtually anything phony, from deepfake films to look-alike photos to fake </a:t>
            </a:r>
            <a:r>
              <a:rPr lang="en-US" dirty="0">
                <a:hlinkClick r:id="rId5" tooltip="datasets"/>
              </a:rPr>
              <a:t>datasets</a:t>
            </a:r>
            <a:r>
              <a:rPr lang="en-US" dirty="0"/>
              <a:t> of anything.</a:t>
            </a:r>
          </a:p>
          <a:p>
            <a:pPr algn="just"/>
            <a:endParaRPr lang="en-US" dirty="0"/>
          </a:p>
        </p:txBody>
      </p:sp>
      <p:sp>
        <p:nvSpPr>
          <p:cNvPr id="75" name="Text Placeholder 74">
            <a:extLst>
              <a:ext uri="{FF2B5EF4-FFF2-40B4-BE49-F238E27FC236}">
                <a16:creationId xmlns:a16="http://schemas.microsoft.com/office/drawing/2014/main" id="{6488F643-327C-4A41-9703-B4932AF5A2C9}"/>
              </a:ext>
              <a:ext uri="{C183D7F6-B498-43B3-948B-1728B52AA6E4}">
                <adec:decorative xmlns:adec="http://schemas.microsoft.com/office/drawing/2017/decorative" val="1"/>
              </a:ext>
            </a:extLst>
          </p:cNvPr>
          <p:cNvSpPr>
            <a:spLocks noGrp="1"/>
          </p:cNvSpPr>
          <p:nvPr>
            <p:ph type="body" sz="quarter" idx="13"/>
          </p:nvPr>
        </p:nvSpPr>
        <p:spPr/>
        <p:txBody>
          <a:bodyPr>
            <a:normAutofit fontScale="55000" lnSpcReduction="20000"/>
          </a:bodyPr>
          <a:lstStyle/>
          <a:p>
            <a:endParaRPr lang="en-US" dirty="0"/>
          </a:p>
        </p:txBody>
      </p:sp>
      <p:sp>
        <p:nvSpPr>
          <p:cNvPr id="76" name="Text Placeholder 75">
            <a:extLst>
              <a:ext uri="{FF2B5EF4-FFF2-40B4-BE49-F238E27FC236}">
                <a16:creationId xmlns:a16="http://schemas.microsoft.com/office/drawing/2014/main" id="{8EE4272D-3A75-4E40-B1D6-C8D1636AB572}"/>
              </a:ext>
              <a:ext uri="{C183D7F6-B498-43B3-948B-1728B52AA6E4}">
                <adec:decorative xmlns:adec="http://schemas.microsoft.com/office/drawing/2017/decorative" val="1"/>
              </a:ext>
            </a:extLst>
          </p:cNvPr>
          <p:cNvSpPr>
            <a:spLocks noGrp="1"/>
          </p:cNvSpPr>
          <p:nvPr>
            <p:ph type="body" sz="quarter" idx="14"/>
          </p:nvPr>
        </p:nvSpPr>
        <p:spPr/>
        <p:txBody>
          <a:bodyPr>
            <a:normAutofit fontScale="55000" lnSpcReduction="20000"/>
          </a:bodyPr>
          <a:lstStyle/>
          <a:p>
            <a:endParaRPr lang="en-US" dirty="0"/>
          </a:p>
        </p:txBody>
      </p:sp>
      <p:pic>
        <p:nvPicPr>
          <p:cNvPr id="3" name="Picture 2">
            <a:extLst>
              <a:ext uri="{FF2B5EF4-FFF2-40B4-BE49-F238E27FC236}">
                <a16:creationId xmlns:a16="http://schemas.microsoft.com/office/drawing/2014/main" id="{523D1733-1BA2-C024-4333-44DF24302FA5}"/>
              </a:ext>
            </a:extLst>
          </p:cNvPr>
          <p:cNvPicPr>
            <a:picLocks noChangeAspect="1"/>
          </p:cNvPicPr>
          <p:nvPr/>
        </p:nvPicPr>
        <p:blipFill>
          <a:blip r:embed="rId6"/>
          <a:srcRect l="8897" r="8413"/>
          <a:stretch>
            <a:fillRect/>
          </a:stretch>
        </p:blipFill>
        <p:spPr>
          <a:xfrm>
            <a:off x="1091451" y="2407366"/>
            <a:ext cx="4490068" cy="2092464"/>
          </a:xfrm>
          <a:prstGeom prst="rect">
            <a:avLst/>
          </a:prstGeom>
        </p:spPr>
      </p:pic>
      <p:sp>
        <p:nvSpPr>
          <p:cNvPr id="4" name="TextBox 3">
            <a:extLst>
              <a:ext uri="{FF2B5EF4-FFF2-40B4-BE49-F238E27FC236}">
                <a16:creationId xmlns:a16="http://schemas.microsoft.com/office/drawing/2014/main" id="{626256E5-5054-3C6B-8ED6-1D699D1C2BFA}"/>
              </a:ext>
            </a:extLst>
          </p:cNvPr>
          <p:cNvSpPr txBox="1"/>
          <p:nvPr/>
        </p:nvSpPr>
        <p:spPr>
          <a:xfrm>
            <a:off x="6240016" y="2636912"/>
            <a:ext cx="5218309" cy="4401205"/>
          </a:xfrm>
          <a:prstGeom prst="rect">
            <a:avLst/>
          </a:prstGeom>
          <a:noFill/>
        </p:spPr>
        <p:txBody>
          <a:bodyPr wrap="square" rtlCol="0">
            <a:spAutoFit/>
          </a:bodyPr>
          <a:lstStyle/>
          <a:p>
            <a:pPr algn="just"/>
            <a:r>
              <a:rPr lang="en-US" sz="1600" dirty="0">
                <a:solidFill>
                  <a:schemeClr val="bg1"/>
                </a:solidFill>
              </a:rPr>
              <a:t>GANs are made up of two major neural networks:</a:t>
            </a:r>
          </a:p>
          <a:p>
            <a:pPr algn="just"/>
            <a:endParaRPr lang="en-US" sz="1600" dirty="0">
              <a:solidFill>
                <a:schemeClr val="bg1"/>
              </a:solidFill>
            </a:endParaRPr>
          </a:p>
          <a:p>
            <a:pPr algn="just"/>
            <a:r>
              <a:rPr lang="en-US" sz="1600" b="1" dirty="0">
                <a:solidFill>
                  <a:schemeClr val="bg1"/>
                </a:solidFill>
              </a:rPr>
              <a:t>THE GENERATOR</a:t>
            </a:r>
          </a:p>
          <a:p>
            <a:pPr algn="just"/>
            <a:r>
              <a:rPr lang="en-US" dirty="0">
                <a:solidFill>
                  <a:schemeClr val="bg1"/>
                </a:solidFill>
              </a:rPr>
              <a:t>The Generator network takes random noise as input, considers random as completely random fake data, and then attempts to transform it into data that resembles the original data, or its target distribution</a:t>
            </a:r>
          </a:p>
          <a:p>
            <a:pPr algn="just"/>
            <a:endParaRPr lang="en-US" dirty="0">
              <a:solidFill>
                <a:schemeClr val="bg1"/>
              </a:solidFill>
            </a:endParaRPr>
          </a:p>
          <a:p>
            <a:pPr algn="just"/>
            <a:r>
              <a:rPr lang="en-US" b="1" dirty="0">
                <a:solidFill>
                  <a:schemeClr val="bg1"/>
                </a:solidFill>
              </a:rPr>
              <a:t>THE DISCRIMINATOR</a:t>
            </a:r>
            <a:endParaRPr lang="en-US" sz="1600" dirty="0">
              <a:solidFill>
                <a:schemeClr val="bg1"/>
              </a:solidFill>
            </a:endParaRPr>
          </a:p>
          <a:p>
            <a:pPr algn="just"/>
            <a:r>
              <a:rPr lang="en-US" dirty="0">
                <a:solidFill>
                  <a:schemeClr val="bg1"/>
                </a:solidFill>
              </a:rPr>
              <a:t>The Discriminator network, on the other hand, functions as a classifier, attempting to differentiate between real data from the original dataset and bogus data generated by the Generator. It learns to give true data with high probability and false data with low probabilities.</a:t>
            </a:r>
            <a:endParaRPr lang="en-US" sz="1600" dirty="0">
              <a:solidFill>
                <a:schemeClr val="bg1"/>
              </a:solidFill>
            </a:endParaRPr>
          </a:p>
          <a:p>
            <a:pPr algn="just"/>
            <a:endParaRPr lang="en-IN" sz="1600" dirty="0">
              <a:solidFill>
                <a:schemeClr val="bg1"/>
              </a:solidFill>
            </a:endParaRPr>
          </a:p>
        </p:txBody>
      </p:sp>
      <p:pic>
        <p:nvPicPr>
          <p:cNvPr id="7" name="Picture 6">
            <a:extLst>
              <a:ext uri="{FF2B5EF4-FFF2-40B4-BE49-F238E27FC236}">
                <a16:creationId xmlns:a16="http://schemas.microsoft.com/office/drawing/2014/main" id="{B9B65F3A-2D64-84A9-C4CC-E9838B67CC97}"/>
              </a:ext>
            </a:extLst>
          </p:cNvPr>
          <p:cNvPicPr>
            <a:picLocks noChangeAspect="1"/>
          </p:cNvPicPr>
          <p:nvPr/>
        </p:nvPicPr>
        <p:blipFill>
          <a:blip r:embed="rId7"/>
          <a:srcRect l="5268" r="4492"/>
          <a:stretch>
            <a:fillRect/>
          </a:stretch>
        </p:blipFill>
        <p:spPr>
          <a:xfrm>
            <a:off x="1068840" y="4412406"/>
            <a:ext cx="4535291" cy="2182340"/>
          </a:xfrm>
          <a:prstGeom prst="rect">
            <a:avLst/>
          </a:prstGeom>
        </p:spPr>
      </p:pic>
    </p:spTree>
    <p:extLst>
      <p:ext uri="{BB962C8B-B14F-4D97-AF65-F5344CB8AC3E}">
        <p14:creationId xmlns:p14="http://schemas.microsoft.com/office/powerpoint/2010/main" val="3202840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287F1B-3E25-4481-B199-24E6AD18DCEE}"/>
              </a:ext>
            </a:extLst>
          </p:cNvPr>
          <p:cNvSpPr>
            <a:spLocks noGrp="1"/>
          </p:cNvSpPr>
          <p:nvPr>
            <p:ph type="title"/>
          </p:nvPr>
        </p:nvSpPr>
        <p:spPr>
          <a:xfrm>
            <a:off x="7680176" y="908720"/>
            <a:ext cx="10805160" cy="707886"/>
          </a:xfrm>
        </p:spPr>
        <p:txBody>
          <a:bodyPr/>
          <a:lstStyle/>
          <a:p>
            <a:r>
              <a:rPr lang="en-US" dirty="0"/>
              <a:t>TRAINING PHASE:</a:t>
            </a:r>
          </a:p>
        </p:txBody>
      </p:sp>
      <p:sp>
        <p:nvSpPr>
          <p:cNvPr id="3" name="Slide Number Placeholder 2">
            <a:extLst>
              <a:ext uri="{FF2B5EF4-FFF2-40B4-BE49-F238E27FC236}">
                <a16:creationId xmlns:a16="http://schemas.microsoft.com/office/drawing/2014/main" id="{101D4ADB-79CE-478E-8FBE-53E59DEC969A}"/>
              </a:ext>
            </a:extLst>
          </p:cNvPr>
          <p:cNvSpPr>
            <a:spLocks noGrp="1"/>
          </p:cNvSpPr>
          <p:nvPr>
            <p:ph type="sldNum" sz="quarter" idx="4"/>
          </p:nvPr>
        </p:nvSpPr>
        <p:spPr/>
        <p:txBody>
          <a:bodyPr/>
          <a:lstStyle/>
          <a:p>
            <a:fld id="{4FAB73BC-B049-4115-A692-8D63A059BFB8}" type="slidenum">
              <a:rPr lang="en-US" smtClean="0"/>
              <a:pPr/>
              <a:t>7</a:t>
            </a:fld>
            <a:endParaRPr lang="en-US" dirty="0"/>
          </a:p>
        </p:txBody>
      </p:sp>
      <p:sp>
        <p:nvSpPr>
          <p:cNvPr id="5" name="Text Placeholder 119">
            <a:extLst>
              <a:ext uri="{FF2B5EF4-FFF2-40B4-BE49-F238E27FC236}">
                <a16:creationId xmlns:a16="http://schemas.microsoft.com/office/drawing/2014/main" id="{A8F5C4E3-6105-466B-A340-80D73DB227A9}"/>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sp>
        <p:nvSpPr>
          <p:cNvPr id="9" name="Content Placeholder 12">
            <a:extLst>
              <a:ext uri="{FF2B5EF4-FFF2-40B4-BE49-F238E27FC236}">
                <a16:creationId xmlns:a16="http://schemas.microsoft.com/office/drawing/2014/main" id="{5F307770-38D8-49CA-BFD0-64F78C89348C}"/>
              </a:ext>
            </a:extLst>
          </p:cNvPr>
          <p:cNvSpPr txBox="1">
            <a:spLocks/>
          </p:cNvSpPr>
          <p:nvPr/>
        </p:nvSpPr>
        <p:spPr>
          <a:xfrm>
            <a:off x="7104112" y="1703473"/>
            <a:ext cx="4617379" cy="4636367"/>
          </a:xfrm>
          <a:prstGeom prst="rect">
            <a:avLst/>
          </a:prstGeom>
        </p:spPr>
        <p:txBody>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lgn="just"/>
            <a:r>
              <a:rPr lang="en-US" dirty="0"/>
              <a:t>The Generator generates fake data from random noise.</a:t>
            </a:r>
          </a:p>
          <a:p>
            <a:pPr algn="just"/>
            <a:r>
              <a:rPr lang="en-US" dirty="0"/>
              <a:t>The Discriminator assesses and assigns probability to both actual and bogus data.</a:t>
            </a:r>
          </a:p>
          <a:p>
            <a:pPr algn="just"/>
            <a:r>
              <a:rPr lang="en-US" dirty="0"/>
              <a:t>The Discriminator’s purpose is to enhance its classification accuracy by learning to discriminate between true and bogus data.</a:t>
            </a:r>
          </a:p>
          <a:p>
            <a:pPr algn="just"/>
            <a:r>
              <a:rPr lang="en-US" dirty="0"/>
              <a:t>The Generator’s purpose is to generate data that is compelling enough to “fool” the Discriminator. It modifies its settings to provide data that the Discriminator is more likely to recognize as real.</a:t>
            </a:r>
          </a:p>
        </p:txBody>
      </p:sp>
      <p:sp>
        <p:nvSpPr>
          <p:cNvPr id="2" name="TextBox 1">
            <a:extLst>
              <a:ext uri="{FF2B5EF4-FFF2-40B4-BE49-F238E27FC236}">
                <a16:creationId xmlns:a16="http://schemas.microsoft.com/office/drawing/2014/main" id="{657CBE95-E438-1EB9-BD1B-659A04A1BEF4}"/>
              </a:ext>
            </a:extLst>
          </p:cNvPr>
          <p:cNvSpPr txBox="1"/>
          <p:nvPr/>
        </p:nvSpPr>
        <p:spPr>
          <a:xfrm>
            <a:off x="470509" y="908720"/>
            <a:ext cx="4392488" cy="4093428"/>
          </a:xfrm>
          <a:prstGeom prst="rect">
            <a:avLst/>
          </a:prstGeom>
          <a:noFill/>
        </p:spPr>
        <p:txBody>
          <a:bodyPr wrap="square" rtlCol="0">
            <a:spAutoFit/>
          </a:bodyPr>
          <a:lstStyle/>
          <a:p>
            <a:r>
              <a:rPr lang="en-US" sz="4000" dirty="0">
                <a:latin typeface="+mj-lt"/>
              </a:rPr>
              <a:t>COMPETITION PHASE:</a:t>
            </a:r>
          </a:p>
          <a:p>
            <a:endParaRPr lang="en-US" sz="4000" dirty="0">
              <a:latin typeface="+mj-lt"/>
            </a:endParaRPr>
          </a:p>
          <a:p>
            <a:pPr marL="285750" indent="-285750" algn="just">
              <a:buFont typeface="Arial" panose="020B0604020202020204" pitchFamily="34" charset="0"/>
              <a:buChar char="•"/>
            </a:pPr>
            <a:r>
              <a:rPr lang="en-US" dirty="0"/>
              <a:t>The Generator produces fresh fictitious data.</a:t>
            </a:r>
          </a:p>
          <a:p>
            <a:pPr marL="285750" indent="-285750" algn="just">
              <a:buFont typeface="Arial" panose="020B0604020202020204" pitchFamily="34" charset="0"/>
              <a:buChar char="•"/>
            </a:pPr>
            <a:r>
              <a:rPr lang="en-US" dirty="0"/>
              <a:t>The Discriminator compares fresh phony data to actual data.</a:t>
            </a:r>
          </a:p>
          <a:p>
            <a:pPr marL="285750" indent="-285750" algn="just">
              <a:buFont typeface="Arial" panose="020B0604020202020204" pitchFamily="34" charset="0"/>
              <a:buChar char="•"/>
            </a:pPr>
            <a:r>
              <a:rPr lang="en-US" dirty="0"/>
              <a:t>The Discriminator’s increased classification capacity may now allow it to better distinguish the new phony data.</a:t>
            </a:r>
          </a:p>
          <a:p>
            <a:pPr marL="285750" indent="-285750" algn="just">
              <a:buFont typeface="Arial" panose="020B0604020202020204" pitchFamily="34" charset="0"/>
              <a:buChar char="•"/>
            </a:pPr>
            <a:r>
              <a:rPr lang="en-US" dirty="0"/>
              <a:t>The Generator modifies its parameters in order to create more compelling results.</a:t>
            </a:r>
          </a:p>
          <a:p>
            <a:endParaRPr lang="en-IN" dirty="0"/>
          </a:p>
        </p:txBody>
      </p:sp>
    </p:spTree>
    <p:extLst>
      <p:ext uri="{BB962C8B-B14F-4D97-AF65-F5344CB8AC3E}">
        <p14:creationId xmlns:p14="http://schemas.microsoft.com/office/powerpoint/2010/main" val="25007347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ernClassicBlock-3">
  <a:themeElements>
    <a:clrScheme name="MSFT_ELT_ModernClassicBlock_03">
      <a:dk1>
        <a:sysClr val="windowText" lastClr="000000"/>
      </a:dk1>
      <a:lt1>
        <a:sysClr val="window" lastClr="FFFFFF"/>
      </a:lt1>
      <a:dk2>
        <a:srgbClr val="43467B"/>
      </a:dk2>
      <a:lt2>
        <a:srgbClr val="DFE3E5"/>
      </a:lt2>
      <a:accent1>
        <a:srgbClr val="43467B"/>
      </a:accent1>
      <a:accent2>
        <a:srgbClr val="E58C09"/>
      </a:accent2>
      <a:accent3>
        <a:srgbClr val="2683C6"/>
      </a:accent3>
      <a:accent4>
        <a:srgbClr val="EEC621"/>
      </a:accent4>
      <a:accent5>
        <a:srgbClr val="1D9BA1"/>
      </a:accent5>
      <a:accent6>
        <a:srgbClr val="87175F"/>
      </a:accent6>
      <a:hlink>
        <a:srgbClr val="0070C0"/>
      </a:hlink>
      <a:folHlink>
        <a:srgbClr val="C00000"/>
      </a:folHlink>
    </a:clrScheme>
    <a:fontScheme name="MSFT_ELT_ModernClassicBlock_03">
      <a:majorFont>
        <a:latin typeface="Tw Cen MT Condensed"/>
        <a:ea typeface=""/>
        <a:cs typeface=""/>
      </a:majorFont>
      <a:minorFont>
        <a:latin typeface="Tw Cen MT"/>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ELT_Template_ModernClassicBlockLT_v4" id="{30DDF308-B484-4DB0-8959-4BA762476498}" vid="{49FD44A8-5F40-4E6E-BC83-04BD3C4DB2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9fc9171bb41dc08635275f351de8590">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29387215989a890c06011de04edfe97d"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BFCA5F6-1A5A-4D78-BDE2-C793B61E0E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106BD98-E608-40A1-98A8-93D5976215CA}">
  <ds:schemaRefs>
    <ds:schemaRef ds:uri="http://schemas.microsoft.com/sharepoint/v3/contenttype/forms"/>
  </ds:schemaRefs>
</ds:datastoreItem>
</file>

<file path=customXml/itemProps3.xml><?xml version="1.0" encoding="utf-8"?>
<ds:datastoreItem xmlns:ds="http://schemas.openxmlformats.org/officeDocument/2006/customXml" ds:itemID="{6A86D9CC-0D9D-4BFE-B3F3-26F480BF8C8A}">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Modern classic block presentation</Template>
  <TotalTime>43</TotalTime>
  <Words>707</Words>
  <Application>Microsoft Office PowerPoint</Application>
  <PresentationFormat>Widescreen</PresentationFormat>
  <Paragraphs>60</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ModernClassicBlock-3</vt:lpstr>
      <vt:lpstr>Denoising Autoencoders</vt:lpstr>
      <vt:lpstr>Auto-encoders</vt:lpstr>
      <vt:lpstr>PowerPoint Presentation</vt:lpstr>
      <vt:lpstr>Removes noise and restores clean, meaningful data representations for robust learning.</vt:lpstr>
      <vt:lpstr>Architecture of DAE  </vt:lpstr>
      <vt:lpstr>Generative Adversarial Networks</vt:lpstr>
      <vt:lpstr>TRAINING PHASE: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Priya</dc:creator>
  <cp:lastModifiedBy>Sai Priya</cp:lastModifiedBy>
  <cp:revision>2</cp:revision>
  <dcterms:created xsi:type="dcterms:W3CDTF">2025-09-23T16:04:38Z</dcterms:created>
  <dcterms:modified xsi:type="dcterms:W3CDTF">2025-09-23T16:51:57Z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